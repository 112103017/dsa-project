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83" r:id="rId5"/>
    <p:sldId id="266" r:id="rId6"/>
    <p:sldId id="280" r:id="rId7"/>
    <p:sldId id="281" r:id="rId8"/>
    <p:sldId id="278" r:id="rId9"/>
    <p:sldId id="275" r:id="rId10"/>
    <p:sldId id="276" r:id="rId11"/>
    <p:sldId id="274" r:id="rId12"/>
    <p:sldId id="272" r:id="rId13"/>
    <p:sldId id="273" r:id="rId14"/>
    <p:sldId id="271" r:id="rId15"/>
    <p:sldId id="265" r:id="rId16"/>
    <p:sldId id="267" r:id="rId17"/>
    <p:sldId id="269" r:id="rId18"/>
    <p:sldId id="270" r:id="rId19"/>
    <p:sldId id="279"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889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B23C06-E174-4A0D-92D1-6B910D624C13}" v="661" dt="2023-05-28T04:44:04.085"/>
    <p1510:client id="{F016B8E9-4E04-C462-1C6C-78C456AD74E0}" v="487" dt="2023-05-28T18:28:02.6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92"/>
  </p:normalViewPr>
  <p:slideViewPr>
    <p:cSldViewPr snapToGrid="0" snapToObjects="1">
      <p:cViewPr varScale="1">
        <p:scale>
          <a:sx n="85" d="100"/>
          <a:sy n="85" d="100"/>
        </p:scale>
        <p:origin x="59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MPLE SIDDHANT VIJAY" userId="S::pimplesv21.comp@coeptech.ac.in::629c3003-e962-4e6d-a9d1-f45ee0badccc" providerId="AD" clId="Web-{F016B8E9-4E04-C462-1C6C-78C456AD74E0}"/>
    <pc:docChg chg="addSld delSld modSld sldOrd">
      <pc:chgData name="PIMPLE SIDDHANT VIJAY" userId="S::pimplesv21.comp@coeptech.ac.in::629c3003-e962-4e6d-a9d1-f45ee0badccc" providerId="AD" clId="Web-{F016B8E9-4E04-C462-1C6C-78C456AD74E0}" dt="2023-05-28T18:28:02.690" v="416"/>
      <pc:docMkLst>
        <pc:docMk/>
      </pc:docMkLst>
      <pc:sldChg chg="addSp delSp modSp del">
        <pc:chgData name="PIMPLE SIDDHANT VIJAY" userId="S::pimplesv21.comp@coeptech.ac.in::629c3003-e962-4e6d-a9d1-f45ee0badccc" providerId="AD" clId="Web-{F016B8E9-4E04-C462-1C6C-78C456AD74E0}" dt="2023-05-28T18:14:24.936" v="181"/>
        <pc:sldMkLst>
          <pc:docMk/>
          <pc:sldMk cId="2838590274" sldId="259"/>
        </pc:sldMkLst>
        <pc:spChg chg="add del mod">
          <ac:chgData name="PIMPLE SIDDHANT VIJAY" userId="S::pimplesv21.comp@coeptech.ac.in::629c3003-e962-4e6d-a9d1-f45ee0badccc" providerId="AD" clId="Web-{F016B8E9-4E04-C462-1C6C-78C456AD74E0}" dt="2023-05-28T18:00:12.397" v="74"/>
          <ac:spMkLst>
            <pc:docMk/>
            <pc:sldMk cId="2838590274" sldId="259"/>
            <ac:spMk id="3" creationId="{FD0991F5-82DC-B835-B8EB-BCB154DD0E49}"/>
          </ac:spMkLst>
        </pc:spChg>
        <pc:spChg chg="del">
          <ac:chgData name="PIMPLE SIDDHANT VIJAY" userId="S::pimplesv21.comp@coeptech.ac.in::629c3003-e962-4e6d-a9d1-f45ee0badccc" providerId="AD" clId="Web-{F016B8E9-4E04-C462-1C6C-78C456AD74E0}" dt="2023-05-28T17:58:50.457" v="73"/>
          <ac:spMkLst>
            <pc:docMk/>
            <pc:sldMk cId="2838590274" sldId="259"/>
            <ac:spMk id="4" creationId="{8775583F-376C-40AE-9849-09070F0B5E51}"/>
          </ac:spMkLst>
        </pc:spChg>
        <pc:spChg chg="add mod">
          <ac:chgData name="PIMPLE SIDDHANT VIJAY" userId="S::pimplesv21.comp@coeptech.ac.in::629c3003-e962-4e6d-a9d1-f45ee0badccc" providerId="AD" clId="Web-{F016B8E9-4E04-C462-1C6C-78C456AD74E0}" dt="2023-05-28T18:14:18.389" v="180" actId="20577"/>
          <ac:spMkLst>
            <pc:docMk/>
            <pc:sldMk cId="2838590274" sldId="259"/>
            <ac:spMk id="7" creationId="{0D85DECF-9379-1273-0650-780B70CAF93E}"/>
          </ac:spMkLst>
        </pc:spChg>
        <pc:grpChg chg="del">
          <ac:chgData name="PIMPLE SIDDHANT VIJAY" userId="S::pimplesv21.comp@coeptech.ac.in::629c3003-e962-4e6d-a9d1-f45ee0badccc" providerId="AD" clId="Web-{F016B8E9-4E04-C462-1C6C-78C456AD74E0}" dt="2023-05-28T17:56:37.782" v="60"/>
          <ac:grpSpMkLst>
            <pc:docMk/>
            <pc:sldMk cId="2838590274" sldId="259"/>
            <ac:grpSpMk id="2" creationId="{698A0E4F-CFB4-48D6-8D5D-D7F7DD3198A1}"/>
          </ac:grpSpMkLst>
        </pc:grpChg>
        <pc:cxnChg chg="mod">
          <ac:chgData name="PIMPLE SIDDHANT VIJAY" userId="S::pimplesv21.comp@coeptech.ac.in::629c3003-e962-4e6d-a9d1-f45ee0badccc" providerId="AD" clId="Web-{F016B8E9-4E04-C462-1C6C-78C456AD74E0}" dt="2023-05-28T17:56:37.782" v="60"/>
          <ac:cxnSpMkLst>
            <pc:docMk/>
            <pc:sldMk cId="2838590274" sldId="259"/>
            <ac:cxnSpMk id="10" creationId="{DC6AFA79-D8E3-E745-9969-5BF09667F3B4}"/>
          </ac:cxnSpMkLst>
        </pc:cxnChg>
      </pc:sldChg>
      <pc:sldChg chg="modTransition">
        <pc:chgData name="PIMPLE SIDDHANT VIJAY" userId="S::pimplesv21.comp@coeptech.ac.in::629c3003-e962-4e6d-a9d1-f45ee0badccc" providerId="AD" clId="Web-{F016B8E9-4E04-C462-1C6C-78C456AD74E0}" dt="2023-05-28T18:22:19.197" v="303"/>
        <pc:sldMkLst>
          <pc:docMk/>
          <pc:sldMk cId="4052214363" sldId="265"/>
        </pc:sldMkLst>
      </pc:sldChg>
      <pc:sldChg chg="addSp delSp modSp mod modTransition setBg modClrScheme chgLayout">
        <pc:chgData name="PIMPLE SIDDHANT VIJAY" userId="S::pimplesv21.comp@coeptech.ac.in::629c3003-e962-4e6d-a9d1-f45ee0badccc" providerId="AD" clId="Web-{F016B8E9-4E04-C462-1C6C-78C456AD74E0}" dt="2023-05-28T18:21:40.977" v="293"/>
        <pc:sldMkLst>
          <pc:docMk/>
          <pc:sldMk cId="1079432290" sldId="266"/>
        </pc:sldMkLst>
        <pc:spChg chg="mod">
          <ac:chgData name="PIMPLE SIDDHANT VIJAY" userId="S::pimplesv21.comp@coeptech.ac.in::629c3003-e962-4e6d-a9d1-f45ee0badccc" providerId="AD" clId="Web-{F016B8E9-4E04-C462-1C6C-78C456AD74E0}" dt="2023-05-28T18:19:29.724" v="291" actId="20577"/>
          <ac:spMkLst>
            <pc:docMk/>
            <pc:sldMk cId="1079432290" sldId="266"/>
            <ac:spMk id="2" creationId="{0953BD17-A7FE-4352-9D7A-10482C6865A6}"/>
          </ac:spMkLst>
        </pc:spChg>
        <pc:spChg chg="add del">
          <ac:chgData name="PIMPLE SIDDHANT VIJAY" userId="S::pimplesv21.comp@coeptech.ac.in::629c3003-e962-4e6d-a9d1-f45ee0badccc" providerId="AD" clId="Web-{F016B8E9-4E04-C462-1C6C-78C456AD74E0}" dt="2023-05-28T17:46:56.782" v="14"/>
          <ac:spMkLst>
            <pc:docMk/>
            <pc:sldMk cId="1079432290" sldId="266"/>
            <ac:spMk id="3" creationId="{4B3C1D5B-11AC-48D7-B0A0-63BC88617D64}"/>
          </ac:spMkLst>
        </pc:spChg>
        <pc:spChg chg="add del mod">
          <ac:chgData name="PIMPLE SIDDHANT VIJAY" userId="S::pimplesv21.comp@coeptech.ac.in::629c3003-e962-4e6d-a9d1-f45ee0badccc" providerId="AD" clId="Web-{F016B8E9-4E04-C462-1C6C-78C456AD74E0}" dt="2023-05-28T17:46:56.766" v="13"/>
          <ac:spMkLst>
            <pc:docMk/>
            <pc:sldMk cId="1079432290" sldId="266"/>
            <ac:spMk id="8" creationId="{7BE7D9BE-124F-DC37-CD55-BF45761F8198}"/>
          </ac:spMkLst>
        </pc:spChg>
        <pc:spChg chg="add del mod">
          <ac:chgData name="PIMPLE SIDDHANT VIJAY" userId="S::pimplesv21.comp@coeptech.ac.in::629c3003-e962-4e6d-a9d1-f45ee0badccc" providerId="AD" clId="Web-{F016B8E9-4E04-C462-1C6C-78C456AD74E0}" dt="2023-05-28T17:46:17.140" v="1"/>
          <ac:spMkLst>
            <pc:docMk/>
            <pc:sldMk cId="1079432290" sldId="266"/>
            <ac:spMk id="9" creationId="{1572918D-803F-A2ED-B555-07DACF283EDE}"/>
          </ac:spMkLst>
        </pc:spChg>
        <pc:spChg chg="add del mod">
          <ac:chgData name="PIMPLE SIDDHANT VIJAY" userId="S::pimplesv21.comp@coeptech.ac.in::629c3003-e962-4e6d-a9d1-f45ee0badccc" providerId="AD" clId="Web-{F016B8E9-4E04-C462-1C6C-78C456AD74E0}" dt="2023-05-28T17:46:31.266" v="7"/>
          <ac:spMkLst>
            <pc:docMk/>
            <pc:sldMk cId="1079432290" sldId="266"/>
            <ac:spMk id="15" creationId="{1572918D-803F-A2ED-B555-07DACF283EDE}"/>
          </ac:spMkLst>
        </pc:spChg>
        <pc:spChg chg="add del mod">
          <ac:chgData name="PIMPLE SIDDHANT VIJAY" userId="S::pimplesv21.comp@coeptech.ac.in::629c3003-e962-4e6d-a9d1-f45ee0badccc" providerId="AD" clId="Web-{F016B8E9-4E04-C462-1C6C-78C456AD74E0}" dt="2023-05-28T17:46:40.125" v="11"/>
          <ac:spMkLst>
            <pc:docMk/>
            <pc:sldMk cId="1079432290" sldId="266"/>
            <ac:spMk id="20" creationId="{4B3C1D5B-11AC-48D7-B0A0-63BC88617D64}"/>
          </ac:spMkLst>
        </pc:spChg>
        <pc:spChg chg="add del mod">
          <ac:chgData name="PIMPLE SIDDHANT VIJAY" userId="S::pimplesv21.comp@coeptech.ac.in::629c3003-e962-4e6d-a9d1-f45ee0badccc" providerId="AD" clId="Web-{F016B8E9-4E04-C462-1C6C-78C456AD74E0}" dt="2023-05-28T17:46:56.766" v="13"/>
          <ac:spMkLst>
            <pc:docMk/>
            <pc:sldMk cId="1079432290" sldId="266"/>
            <ac:spMk id="22" creationId="{4B3C1D5B-11AC-48D7-B0A0-63BC88617D64}"/>
          </ac:spMkLst>
        </pc:spChg>
        <pc:spChg chg="add del mod">
          <ac:chgData name="PIMPLE SIDDHANT VIJAY" userId="S::pimplesv21.comp@coeptech.ac.in::629c3003-e962-4e6d-a9d1-f45ee0badccc" providerId="AD" clId="Web-{F016B8E9-4E04-C462-1C6C-78C456AD74E0}" dt="2023-05-28T18:18:05.269" v="258"/>
          <ac:spMkLst>
            <pc:docMk/>
            <pc:sldMk cId="1079432290" sldId="266"/>
            <ac:spMk id="24" creationId="{9AF0D4F3-EB29-BA31-9521-CDA0CA7FB555}"/>
          </ac:spMkLst>
        </pc:spChg>
        <pc:spChg chg="add">
          <ac:chgData name="PIMPLE SIDDHANT VIJAY" userId="S::pimplesv21.comp@coeptech.ac.in::629c3003-e962-4e6d-a9d1-f45ee0badccc" providerId="AD" clId="Web-{F016B8E9-4E04-C462-1C6C-78C456AD74E0}" dt="2023-05-28T18:18:42.020" v="268"/>
          <ac:spMkLst>
            <pc:docMk/>
            <pc:sldMk cId="1079432290" sldId="266"/>
            <ac:spMk id="30" creationId="{6C4028FD-8BAA-4A19-BFDE-594D991B7552}"/>
          </ac:spMkLst>
        </pc:spChg>
        <pc:graphicFrameChg chg="add del mod">
          <ac:chgData name="PIMPLE SIDDHANT VIJAY" userId="S::pimplesv21.comp@coeptech.ac.in::629c3003-e962-4e6d-a9d1-f45ee0badccc" providerId="AD" clId="Web-{F016B8E9-4E04-C462-1C6C-78C456AD74E0}" dt="2023-05-28T17:46:17.140" v="1"/>
          <ac:graphicFrameMkLst>
            <pc:docMk/>
            <pc:sldMk cId="1079432290" sldId="266"/>
            <ac:graphicFrameMk id="5" creationId="{8223A2D6-960F-9ADE-BB00-26B93747101B}"/>
          </ac:graphicFrameMkLst>
        </pc:graphicFrameChg>
        <pc:graphicFrameChg chg="add del mod">
          <ac:chgData name="PIMPLE SIDDHANT VIJAY" userId="S::pimplesv21.comp@coeptech.ac.in::629c3003-e962-4e6d-a9d1-f45ee0badccc" providerId="AD" clId="Web-{F016B8E9-4E04-C462-1C6C-78C456AD74E0}" dt="2023-05-28T17:46:19.500" v="3"/>
          <ac:graphicFrameMkLst>
            <pc:docMk/>
            <pc:sldMk cId="1079432290" sldId="266"/>
            <ac:graphicFrameMk id="11" creationId="{975829F5-468D-C542-18F9-30D6A7C3C010}"/>
          </ac:graphicFrameMkLst>
        </pc:graphicFrameChg>
        <pc:graphicFrameChg chg="add del mod">
          <ac:chgData name="PIMPLE SIDDHANT VIJAY" userId="S::pimplesv21.comp@coeptech.ac.in::629c3003-e962-4e6d-a9d1-f45ee0badccc" providerId="AD" clId="Web-{F016B8E9-4E04-C462-1C6C-78C456AD74E0}" dt="2023-05-28T17:46:21.937" v="5"/>
          <ac:graphicFrameMkLst>
            <pc:docMk/>
            <pc:sldMk cId="1079432290" sldId="266"/>
            <ac:graphicFrameMk id="13" creationId="{F1FA99FC-9D26-034F-76BC-C67F975EDDF3}"/>
          </ac:graphicFrameMkLst>
        </pc:graphicFrameChg>
        <pc:graphicFrameChg chg="add del mod">
          <ac:chgData name="PIMPLE SIDDHANT VIJAY" userId="S::pimplesv21.comp@coeptech.ac.in::629c3003-e962-4e6d-a9d1-f45ee0badccc" providerId="AD" clId="Web-{F016B8E9-4E04-C462-1C6C-78C456AD74E0}" dt="2023-05-28T17:46:31.266" v="7"/>
          <ac:graphicFrameMkLst>
            <pc:docMk/>
            <pc:sldMk cId="1079432290" sldId="266"/>
            <ac:graphicFrameMk id="16" creationId="{8223A2D6-960F-9ADE-BB00-26B93747101B}"/>
          </ac:graphicFrameMkLst>
        </pc:graphicFrameChg>
        <pc:graphicFrameChg chg="add del mod">
          <ac:chgData name="PIMPLE SIDDHANT VIJAY" userId="S::pimplesv21.comp@coeptech.ac.in::629c3003-e962-4e6d-a9d1-f45ee0badccc" providerId="AD" clId="Web-{F016B8E9-4E04-C462-1C6C-78C456AD74E0}" dt="2023-05-28T17:46:36.516" v="9"/>
          <ac:graphicFrameMkLst>
            <pc:docMk/>
            <pc:sldMk cId="1079432290" sldId="266"/>
            <ac:graphicFrameMk id="18" creationId="{975829F5-468D-C542-18F9-30D6A7C3C010}"/>
          </ac:graphicFrameMkLst>
        </pc:graphicFrameChg>
        <pc:graphicFrameChg chg="add mod modGraphic">
          <ac:chgData name="PIMPLE SIDDHANT VIJAY" userId="S::pimplesv21.comp@coeptech.ac.in::629c3003-e962-4e6d-a9d1-f45ee0badccc" providerId="AD" clId="Web-{F016B8E9-4E04-C462-1C6C-78C456AD74E0}" dt="2023-05-28T18:18:51.255" v="270" actId="20577"/>
          <ac:graphicFrameMkLst>
            <pc:docMk/>
            <pc:sldMk cId="1079432290" sldId="266"/>
            <ac:graphicFrameMk id="25" creationId="{7DC0FBB6-174B-1E41-5851-10FEBEB4A042}"/>
          </ac:graphicFrameMkLst>
        </pc:graphicFrameChg>
      </pc:sldChg>
      <pc:sldChg chg="modTransition">
        <pc:chgData name="PIMPLE SIDDHANT VIJAY" userId="S::pimplesv21.comp@coeptech.ac.in::629c3003-e962-4e6d-a9d1-f45ee0badccc" providerId="AD" clId="Web-{F016B8E9-4E04-C462-1C6C-78C456AD74E0}" dt="2023-05-28T18:22:21.775" v="304"/>
        <pc:sldMkLst>
          <pc:docMk/>
          <pc:sldMk cId="837911383" sldId="267"/>
        </pc:sldMkLst>
      </pc:sldChg>
      <pc:sldChg chg="del">
        <pc:chgData name="PIMPLE SIDDHANT VIJAY" userId="S::pimplesv21.comp@coeptech.ac.in::629c3003-e962-4e6d-a9d1-f45ee0badccc" providerId="AD" clId="Web-{F016B8E9-4E04-C462-1C6C-78C456AD74E0}" dt="2023-05-28T18:11:03.728" v="164"/>
        <pc:sldMkLst>
          <pc:docMk/>
          <pc:sldMk cId="1085987106" sldId="268"/>
        </pc:sldMkLst>
      </pc:sldChg>
      <pc:sldChg chg="modTransition">
        <pc:chgData name="PIMPLE SIDDHANT VIJAY" userId="S::pimplesv21.comp@coeptech.ac.in::629c3003-e962-4e6d-a9d1-f45ee0badccc" providerId="AD" clId="Web-{F016B8E9-4E04-C462-1C6C-78C456AD74E0}" dt="2023-05-28T18:22:24.869" v="305"/>
        <pc:sldMkLst>
          <pc:docMk/>
          <pc:sldMk cId="579679926" sldId="269"/>
        </pc:sldMkLst>
      </pc:sldChg>
      <pc:sldChg chg="modTransition">
        <pc:chgData name="PIMPLE SIDDHANT VIJAY" userId="S::pimplesv21.comp@coeptech.ac.in::629c3003-e962-4e6d-a9d1-f45ee0badccc" providerId="AD" clId="Web-{F016B8E9-4E04-C462-1C6C-78C456AD74E0}" dt="2023-05-28T18:22:27.244" v="306"/>
        <pc:sldMkLst>
          <pc:docMk/>
          <pc:sldMk cId="3819968417" sldId="270"/>
        </pc:sldMkLst>
      </pc:sldChg>
      <pc:sldChg chg="modSp ord modTransition">
        <pc:chgData name="PIMPLE SIDDHANT VIJAY" userId="S::pimplesv21.comp@coeptech.ac.in::629c3003-e962-4e6d-a9d1-f45ee0badccc" providerId="AD" clId="Web-{F016B8E9-4E04-C462-1C6C-78C456AD74E0}" dt="2023-05-28T18:22:16.635" v="302"/>
        <pc:sldMkLst>
          <pc:docMk/>
          <pc:sldMk cId="850555460" sldId="271"/>
        </pc:sldMkLst>
        <pc:spChg chg="mod">
          <ac:chgData name="PIMPLE SIDDHANT VIJAY" userId="S::pimplesv21.comp@coeptech.ac.in::629c3003-e962-4e6d-a9d1-f45ee0badccc" providerId="AD" clId="Web-{F016B8E9-4E04-C462-1C6C-78C456AD74E0}" dt="2023-05-28T18:12:24.371" v="166" actId="20577"/>
          <ac:spMkLst>
            <pc:docMk/>
            <pc:sldMk cId="850555460" sldId="271"/>
            <ac:spMk id="3" creationId="{4B3C1D5B-11AC-48D7-B0A0-63BC88617D64}"/>
          </ac:spMkLst>
        </pc:spChg>
      </pc:sldChg>
      <pc:sldChg chg="modTransition">
        <pc:chgData name="PIMPLE SIDDHANT VIJAY" userId="S::pimplesv21.comp@coeptech.ac.in::629c3003-e962-4e6d-a9d1-f45ee0badccc" providerId="AD" clId="Web-{F016B8E9-4E04-C462-1C6C-78C456AD74E0}" dt="2023-05-28T18:22:10.087" v="300"/>
        <pc:sldMkLst>
          <pc:docMk/>
          <pc:sldMk cId="525396119" sldId="272"/>
        </pc:sldMkLst>
      </pc:sldChg>
      <pc:sldChg chg="modTransition">
        <pc:chgData name="PIMPLE SIDDHANT VIJAY" userId="S::pimplesv21.comp@coeptech.ac.in::629c3003-e962-4e6d-a9d1-f45ee0badccc" providerId="AD" clId="Web-{F016B8E9-4E04-C462-1C6C-78C456AD74E0}" dt="2023-05-28T18:22:13.431" v="301"/>
        <pc:sldMkLst>
          <pc:docMk/>
          <pc:sldMk cId="1396705077" sldId="273"/>
        </pc:sldMkLst>
      </pc:sldChg>
      <pc:sldChg chg="addSp delSp modSp mod modTransition setBg modClrScheme chgLayout">
        <pc:chgData name="PIMPLE SIDDHANT VIJAY" userId="S::pimplesv21.comp@coeptech.ac.in::629c3003-e962-4e6d-a9d1-f45ee0badccc" providerId="AD" clId="Web-{F016B8E9-4E04-C462-1C6C-78C456AD74E0}" dt="2023-05-28T18:23:12.526" v="312"/>
        <pc:sldMkLst>
          <pc:docMk/>
          <pc:sldMk cId="1089758982" sldId="274"/>
        </pc:sldMkLst>
        <pc:spChg chg="mod">
          <ac:chgData name="PIMPLE SIDDHANT VIJAY" userId="S::pimplesv21.comp@coeptech.ac.in::629c3003-e962-4e6d-a9d1-f45ee0badccc" providerId="AD" clId="Web-{F016B8E9-4E04-C462-1C6C-78C456AD74E0}" dt="2023-05-28T18:09:35.601" v="159" actId="20577"/>
          <ac:spMkLst>
            <pc:docMk/>
            <pc:sldMk cId="1089758982" sldId="274"/>
            <ac:spMk id="2" creationId="{0953BD17-A7FE-4352-9D7A-10482C6865A6}"/>
          </ac:spMkLst>
        </pc:spChg>
        <pc:spChg chg="del">
          <ac:chgData name="PIMPLE SIDDHANT VIJAY" userId="S::pimplesv21.comp@coeptech.ac.in::629c3003-e962-4e6d-a9d1-f45ee0badccc" providerId="AD" clId="Web-{F016B8E9-4E04-C462-1C6C-78C456AD74E0}" dt="2023-05-28T18:06:46.078" v="145"/>
          <ac:spMkLst>
            <pc:docMk/>
            <pc:sldMk cId="1089758982" sldId="274"/>
            <ac:spMk id="3" creationId="{4B3C1D5B-11AC-48D7-B0A0-63BC88617D64}"/>
          </ac:spMkLst>
        </pc:spChg>
        <pc:spChg chg="add del mod">
          <ac:chgData name="PIMPLE SIDDHANT VIJAY" userId="S::pimplesv21.comp@coeptech.ac.in::629c3003-e962-4e6d-a9d1-f45ee0badccc" providerId="AD" clId="Web-{F016B8E9-4E04-C462-1C6C-78C456AD74E0}" dt="2023-05-28T18:06:57.813" v="146"/>
          <ac:spMkLst>
            <pc:docMk/>
            <pc:sldMk cId="1089758982" sldId="274"/>
            <ac:spMk id="9" creationId="{79864349-6E7D-24D1-6CEA-B1071E5CDF36}"/>
          </ac:spMkLst>
        </pc:spChg>
        <pc:spChg chg="add">
          <ac:chgData name="PIMPLE SIDDHANT VIJAY" userId="S::pimplesv21.comp@coeptech.ac.in::629c3003-e962-4e6d-a9d1-f45ee0badccc" providerId="AD" clId="Web-{F016B8E9-4E04-C462-1C6C-78C456AD74E0}" dt="2023-05-28T18:09:08.522" v="155"/>
          <ac:spMkLst>
            <pc:docMk/>
            <pc:sldMk cId="1089758982" sldId="274"/>
            <ac:spMk id="12" creationId="{B50AB553-2A96-4A92-96F2-93548E096954}"/>
          </ac:spMkLst>
        </pc:spChg>
        <pc:graphicFrameChg chg="add del mod modGraphic">
          <ac:chgData name="PIMPLE SIDDHANT VIJAY" userId="S::pimplesv21.comp@coeptech.ac.in::629c3003-e962-4e6d-a9d1-f45ee0badccc" providerId="AD" clId="Web-{F016B8E9-4E04-C462-1C6C-78C456AD74E0}" dt="2023-05-28T18:09:08.522" v="155"/>
          <ac:graphicFrameMkLst>
            <pc:docMk/>
            <pc:sldMk cId="1089758982" sldId="274"/>
            <ac:graphicFrameMk id="5" creationId="{E659F58B-2DC0-3C2B-0C76-2CD84A5C8CEF}"/>
          </ac:graphicFrameMkLst>
        </pc:graphicFrameChg>
        <pc:graphicFrameChg chg="add">
          <ac:chgData name="PIMPLE SIDDHANT VIJAY" userId="S::pimplesv21.comp@coeptech.ac.in::629c3003-e962-4e6d-a9d1-f45ee0badccc" providerId="AD" clId="Web-{F016B8E9-4E04-C462-1C6C-78C456AD74E0}" dt="2023-05-28T18:09:08.522" v="155"/>
          <ac:graphicFrameMkLst>
            <pc:docMk/>
            <pc:sldMk cId="1089758982" sldId="274"/>
            <ac:graphicFrameMk id="7" creationId="{30F7DDE1-1B47-22E2-1DE6-73C32C85CC5D}"/>
          </ac:graphicFrameMkLst>
        </pc:graphicFrameChg>
        <pc:picChg chg="add">
          <ac:chgData name="PIMPLE SIDDHANT VIJAY" userId="S::pimplesv21.comp@coeptech.ac.in::629c3003-e962-4e6d-a9d1-f45ee0badccc" providerId="AD" clId="Web-{F016B8E9-4E04-C462-1C6C-78C456AD74E0}" dt="2023-05-28T18:09:08.522" v="155"/>
          <ac:picMkLst>
            <pc:docMk/>
            <pc:sldMk cId="1089758982" sldId="274"/>
            <ac:picMk id="8" creationId="{EB35497C-A9E1-A40D-9658-67D008EE606D}"/>
          </ac:picMkLst>
        </pc:picChg>
      </pc:sldChg>
      <pc:sldChg chg="modSp modTransition">
        <pc:chgData name="PIMPLE SIDDHANT VIJAY" userId="S::pimplesv21.comp@coeptech.ac.in::629c3003-e962-4e6d-a9d1-f45ee0badccc" providerId="AD" clId="Web-{F016B8E9-4E04-C462-1C6C-78C456AD74E0}" dt="2023-05-28T18:23:04.308" v="311"/>
        <pc:sldMkLst>
          <pc:docMk/>
          <pc:sldMk cId="625112544" sldId="275"/>
        </pc:sldMkLst>
        <pc:spChg chg="mod">
          <ac:chgData name="PIMPLE SIDDHANT VIJAY" userId="S::pimplesv21.comp@coeptech.ac.in::629c3003-e962-4e6d-a9d1-f45ee0badccc" providerId="AD" clId="Web-{F016B8E9-4E04-C462-1C6C-78C456AD74E0}" dt="2023-05-28T18:06:02.624" v="142" actId="20577"/>
          <ac:spMkLst>
            <pc:docMk/>
            <pc:sldMk cId="625112544" sldId="275"/>
            <ac:spMk id="3" creationId="{4B3C1D5B-11AC-48D7-B0A0-63BC88617D64}"/>
          </ac:spMkLst>
        </pc:spChg>
      </pc:sldChg>
      <pc:sldChg chg="modSp modTransition">
        <pc:chgData name="PIMPLE SIDDHANT VIJAY" userId="S::pimplesv21.comp@coeptech.ac.in::629c3003-e962-4e6d-a9d1-f45ee0badccc" providerId="AD" clId="Web-{F016B8E9-4E04-C462-1C6C-78C456AD74E0}" dt="2023-05-28T18:22:01.947" v="298"/>
        <pc:sldMkLst>
          <pc:docMk/>
          <pc:sldMk cId="2626274111" sldId="276"/>
        </pc:sldMkLst>
        <pc:spChg chg="mod">
          <ac:chgData name="PIMPLE SIDDHANT VIJAY" userId="S::pimplesv21.comp@coeptech.ac.in::629c3003-e962-4e6d-a9d1-f45ee0badccc" providerId="AD" clId="Web-{F016B8E9-4E04-C462-1C6C-78C456AD74E0}" dt="2023-05-28T18:06:30.249" v="144" actId="20577"/>
          <ac:spMkLst>
            <pc:docMk/>
            <pc:sldMk cId="2626274111" sldId="276"/>
            <ac:spMk id="3" creationId="{4B3C1D5B-11AC-48D7-B0A0-63BC88617D64}"/>
          </ac:spMkLst>
        </pc:spChg>
      </pc:sldChg>
      <pc:sldChg chg="modSp mod modTransition modClrScheme chgLayout">
        <pc:chgData name="PIMPLE SIDDHANT VIJAY" userId="S::pimplesv21.comp@coeptech.ac.in::629c3003-e962-4e6d-a9d1-f45ee0badccc" providerId="AD" clId="Web-{F016B8E9-4E04-C462-1C6C-78C456AD74E0}" dt="2023-05-28T18:21:56.040" v="296"/>
        <pc:sldMkLst>
          <pc:docMk/>
          <pc:sldMk cId="1544164470" sldId="278"/>
        </pc:sldMkLst>
        <pc:spChg chg="mod">
          <ac:chgData name="PIMPLE SIDDHANT VIJAY" userId="S::pimplesv21.comp@coeptech.ac.in::629c3003-e962-4e6d-a9d1-f45ee0badccc" providerId="AD" clId="Web-{F016B8E9-4E04-C462-1C6C-78C456AD74E0}" dt="2023-05-28T18:04:13.559" v="136"/>
          <ac:spMkLst>
            <pc:docMk/>
            <pc:sldMk cId="1544164470" sldId="278"/>
            <ac:spMk id="2" creationId="{0953BD17-A7FE-4352-9D7A-10482C6865A6}"/>
          </ac:spMkLst>
        </pc:spChg>
        <pc:spChg chg="mod">
          <ac:chgData name="PIMPLE SIDDHANT VIJAY" userId="S::pimplesv21.comp@coeptech.ac.in::629c3003-e962-4e6d-a9d1-f45ee0badccc" providerId="AD" clId="Web-{F016B8E9-4E04-C462-1C6C-78C456AD74E0}" dt="2023-05-28T18:04:13.559" v="136"/>
          <ac:spMkLst>
            <pc:docMk/>
            <pc:sldMk cId="1544164470" sldId="278"/>
            <ac:spMk id="3" creationId="{4B3C1D5B-11AC-48D7-B0A0-63BC88617D64}"/>
          </ac:spMkLst>
        </pc:spChg>
        <pc:picChg chg="mod">
          <ac:chgData name="PIMPLE SIDDHANT VIJAY" userId="S::pimplesv21.comp@coeptech.ac.in::629c3003-e962-4e6d-a9d1-f45ee0badccc" providerId="AD" clId="Web-{F016B8E9-4E04-C462-1C6C-78C456AD74E0}" dt="2023-05-28T18:04:13.559" v="136"/>
          <ac:picMkLst>
            <pc:docMk/>
            <pc:sldMk cId="1544164470" sldId="278"/>
            <ac:picMk id="5" creationId="{BC1963F8-2B7D-D257-2FEA-00E08EFE86E8}"/>
          </ac:picMkLst>
        </pc:picChg>
      </pc:sldChg>
      <pc:sldChg chg="modTransition">
        <pc:chgData name="PIMPLE SIDDHANT VIJAY" userId="S::pimplesv21.comp@coeptech.ac.in::629c3003-e962-4e6d-a9d1-f45ee0badccc" providerId="AD" clId="Web-{F016B8E9-4E04-C462-1C6C-78C456AD74E0}" dt="2023-05-28T18:22:32.604" v="307"/>
        <pc:sldMkLst>
          <pc:docMk/>
          <pc:sldMk cId="3384530372" sldId="279"/>
        </pc:sldMkLst>
      </pc:sldChg>
      <pc:sldChg chg="addSp delSp modSp mod modTransition setBg modClrScheme chgLayout">
        <pc:chgData name="PIMPLE SIDDHANT VIJAY" userId="S::pimplesv21.comp@coeptech.ac.in::629c3003-e962-4e6d-a9d1-f45ee0badccc" providerId="AD" clId="Web-{F016B8E9-4E04-C462-1C6C-78C456AD74E0}" dt="2023-05-28T18:22:56.151" v="309"/>
        <pc:sldMkLst>
          <pc:docMk/>
          <pc:sldMk cId="1338397742" sldId="280"/>
        </pc:sldMkLst>
        <pc:spChg chg="mod">
          <ac:chgData name="PIMPLE SIDDHANT VIJAY" userId="S::pimplesv21.comp@coeptech.ac.in::629c3003-e962-4e6d-a9d1-f45ee0badccc" providerId="AD" clId="Web-{F016B8E9-4E04-C462-1C6C-78C456AD74E0}" dt="2023-05-28T17:56:21.673" v="59"/>
          <ac:spMkLst>
            <pc:docMk/>
            <pc:sldMk cId="1338397742" sldId="280"/>
            <ac:spMk id="2" creationId="{0953BD17-A7FE-4352-9D7A-10482C6865A6}"/>
          </ac:spMkLst>
        </pc:spChg>
        <pc:spChg chg="add del mod">
          <ac:chgData name="PIMPLE SIDDHANT VIJAY" userId="S::pimplesv21.comp@coeptech.ac.in::629c3003-e962-4e6d-a9d1-f45ee0badccc" providerId="AD" clId="Web-{F016B8E9-4E04-C462-1C6C-78C456AD74E0}" dt="2023-05-28T18:03:04.260" v="130" actId="20577"/>
          <ac:spMkLst>
            <pc:docMk/>
            <pc:sldMk cId="1338397742" sldId="280"/>
            <ac:spMk id="3" creationId="{4B3C1D5B-11AC-48D7-B0A0-63BC88617D64}"/>
          </ac:spMkLst>
        </pc:spChg>
        <pc:spChg chg="add del">
          <ac:chgData name="PIMPLE SIDDHANT VIJAY" userId="S::pimplesv21.comp@coeptech.ac.in::629c3003-e962-4e6d-a9d1-f45ee0badccc" providerId="AD" clId="Web-{F016B8E9-4E04-C462-1C6C-78C456AD74E0}" dt="2023-05-28T17:54:06.701" v="49"/>
          <ac:spMkLst>
            <pc:docMk/>
            <pc:sldMk cId="1338397742" sldId="280"/>
            <ac:spMk id="6" creationId="{B6CDA21F-E7AF-4C75-8395-33F58D5B0E45}"/>
          </ac:spMkLst>
        </pc:spChg>
        <pc:spChg chg="add del mod">
          <ac:chgData name="PIMPLE SIDDHANT VIJAY" userId="S::pimplesv21.comp@coeptech.ac.in::629c3003-e962-4e6d-a9d1-f45ee0badccc" providerId="AD" clId="Web-{F016B8E9-4E04-C462-1C6C-78C456AD74E0}" dt="2023-05-28T17:53:01.027" v="47"/>
          <ac:spMkLst>
            <pc:docMk/>
            <pc:sldMk cId="1338397742" sldId="280"/>
            <ac:spMk id="8" creationId="{39B71DBD-4C51-5D5C-5FCA-7C2A57BAE762}"/>
          </ac:spMkLst>
        </pc:spChg>
        <pc:spChg chg="add del mod">
          <ac:chgData name="PIMPLE SIDDHANT VIJAY" userId="S::pimplesv21.comp@coeptech.ac.in::629c3003-e962-4e6d-a9d1-f45ee0badccc" providerId="AD" clId="Web-{F016B8E9-4E04-C462-1C6C-78C456AD74E0}" dt="2023-05-28T17:50:02.489" v="35"/>
          <ac:spMkLst>
            <pc:docMk/>
            <pc:sldMk cId="1338397742" sldId="280"/>
            <ac:spMk id="9" creationId="{153B2F0A-9B10-20F5-D9B3-FCC0F2978B6E}"/>
          </ac:spMkLst>
        </pc:spChg>
        <pc:spChg chg="add del">
          <ac:chgData name="PIMPLE SIDDHANT VIJAY" userId="S::pimplesv21.comp@coeptech.ac.in::629c3003-e962-4e6d-a9d1-f45ee0badccc" providerId="AD" clId="Web-{F016B8E9-4E04-C462-1C6C-78C456AD74E0}" dt="2023-05-28T17:56:21.673" v="59"/>
          <ac:spMkLst>
            <pc:docMk/>
            <pc:sldMk cId="1338397742" sldId="280"/>
            <ac:spMk id="12" creationId="{081E4A58-353D-44AE-B2FC-2A74E2E400F7}"/>
          </ac:spMkLst>
        </pc:spChg>
        <pc:spChg chg="add del">
          <ac:chgData name="PIMPLE SIDDHANT VIJAY" userId="S::pimplesv21.comp@coeptech.ac.in::629c3003-e962-4e6d-a9d1-f45ee0badccc" providerId="AD" clId="Web-{F016B8E9-4E04-C462-1C6C-78C456AD74E0}" dt="2023-05-28T17:54:06.701" v="49"/>
          <ac:spMkLst>
            <pc:docMk/>
            <pc:sldMk cId="1338397742" sldId="280"/>
            <ac:spMk id="15" creationId="{D5B0017B-2ECA-49AF-B397-DC140825DF8D}"/>
          </ac:spMkLst>
        </pc:spChg>
        <pc:spChg chg="add del">
          <ac:chgData name="PIMPLE SIDDHANT VIJAY" userId="S::pimplesv21.comp@coeptech.ac.in::629c3003-e962-4e6d-a9d1-f45ee0badccc" providerId="AD" clId="Web-{F016B8E9-4E04-C462-1C6C-78C456AD74E0}" dt="2023-05-28T17:56:21.673" v="59"/>
          <ac:spMkLst>
            <pc:docMk/>
            <pc:sldMk cId="1338397742" sldId="280"/>
            <ac:spMk id="19" creationId="{907EF6B7-1338-4443-8C46-6A318D952DFD}"/>
          </ac:spMkLst>
        </pc:spChg>
        <pc:spChg chg="add del">
          <ac:chgData name="PIMPLE SIDDHANT VIJAY" userId="S::pimplesv21.comp@coeptech.ac.in::629c3003-e962-4e6d-a9d1-f45ee0badccc" providerId="AD" clId="Web-{F016B8E9-4E04-C462-1C6C-78C456AD74E0}" dt="2023-05-28T17:56:21.673" v="59"/>
          <ac:spMkLst>
            <pc:docMk/>
            <pc:sldMk cId="1338397742" sldId="280"/>
            <ac:spMk id="20" creationId="{DAAE4CDD-124C-4DCF-9584-B6033B545DD5}"/>
          </ac:spMkLst>
        </pc:spChg>
        <pc:spChg chg="add del">
          <ac:chgData name="PIMPLE SIDDHANT VIJAY" userId="S::pimplesv21.comp@coeptech.ac.in::629c3003-e962-4e6d-a9d1-f45ee0badccc" providerId="AD" clId="Web-{F016B8E9-4E04-C462-1C6C-78C456AD74E0}" dt="2023-05-28T17:56:21.673" v="59"/>
          <ac:spMkLst>
            <pc:docMk/>
            <pc:sldMk cId="1338397742" sldId="280"/>
            <ac:spMk id="26" creationId="{9FD23DD8-78B0-4981-924E-BF00CCAA3BD5}"/>
          </ac:spMkLst>
        </pc:spChg>
        <pc:spChg chg="add del">
          <ac:chgData name="PIMPLE SIDDHANT VIJAY" userId="S::pimplesv21.comp@coeptech.ac.in::629c3003-e962-4e6d-a9d1-f45ee0badccc" providerId="AD" clId="Web-{F016B8E9-4E04-C462-1C6C-78C456AD74E0}" dt="2023-05-28T17:56:21.673" v="59"/>
          <ac:spMkLst>
            <pc:docMk/>
            <pc:sldMk cId="1338397742" sldId="280"/>
            <ac:spMk id="28" creationId="{0FFE21DE-9F8D-4C6D-983A-68AFCC92945B}"/>
          </ac:spMkLst>
        </pc:spChg>
        <pc:spChg chg="add del">
          <ac:chgData name="PIMPLE SIDDHANT VIJAY" userId="S::pimplesv21.comp@coeptech.ac.in::629c3003-e962-4e6d-a9d1-f45ee0badccc" providerId="AD" clId="Web-{F016B8E9-4E04-C462-1C6C-78C456AD74E0}" dt="2023-05-28T17:56:21.673" v="59"/>
          <ac:spMkLst>
            <pc:docMk/>
            <pc:sldMk cId="1338397742" sldId="280"/>
            <ac:spMk id="30" creationId="{6CB927A4-E432-4310-9CD5-E89FF5063179}"/>
          </ac:spMkLst>
        </pc:spChg>
        <pc:spChg chg="add del">
          <ac:chgData name="PIMPLE SIDDHANT VIJAY" userId="S::pimplesv21.comp@coeptech.ac.in::629c3003-e962-4e6d-a9d1-f45ee0badccc" providerId="AD" clId="Web-{F016B8E9-4E04-C462-1C6C-78C456AD74E0}" dt="2023-05-28T17:56:21.673" v="59"/>
          <ac:spMkLst>
            <pc:docMk/>
            <pc:sldMk cId="1338397742" sldId="280"/>
            <ac:spMk id="32" creationId="{E3020543-B24B-4EC4-8FFC-8DD88EEA91A8}"/>
          </ac:spMkLst>
        </pc:spChg>
        <pc:spChg chg="add del">
          <ac:chgData name="PIMPLE SIDDHANT VIJAY" userId="S::pimplesv21.comp@coeptech.ac.in::629c3003-e962-4e6d-a9d1-f45ee0badccc" providerId="AD" clId="Web-{F016B8E9-4E04-C462-1C6C-78C456AD74E0}" dt="2023-05-28T17:56:21.673" v="59"/>
          <ac:spMkLst>
            <pc:docMk/>
            <pc:sldMk cId="1338397742" sldId="280"/>
            <ac:spMk id="34" creationId="{1453BF6C-B012-48B7-B4E8-6D7AC7C27D02}"/>
          </ac:spMkLst>
        </pc:spChg>
        <pc:grpChg chg="add del">
          <ac:chgData name="PIMPLE SIDDHANT VIJAY" userId="S::pimplesv21.comp@coeptech.ac.in::629c3003-e962-4e6d-a9d1-f45ee0badccc" providerId="AD" clId="Web-{F016B8E9-4E04-C462-1C6C-78C456AD74E0}" dt="2023-05-28T17:54:06.701" v="49"/>
          <ac:grpSpMkLst>
            <pc:docMk/>
            <pc:sldMk cId="1338397742" sldId="280"/>
            <ac:grpSpMk id="10" creationId="{AE1C45F0-260A-458C-96ED-C1F6D2151219}"/>
          </ac:grpSpMkLst>
        </pc:grpChg>
        <pc:graphicFrameChg chg="add del mod">
          <ac:chgData name="PIMPLE SIDDHANT VIJAY" userId="S::pimplesv21.comp@coeptech.ac.in::629c3003-e962-4e6d-a9d1-f45ee0badccc" providerId="AD" clId="Web-{F016B8E9-4E04-C462-1C6C-78C456AD74E0}" dt="2023-05-28T17:50:02.489" v="35"/>
          <ac:graphicFrameMkLst>
            <pc:docMk/>
            <pc:sldMk cId="1338397742" sldId="280"/>
            <ac:graphicFrameMk id="5" creationId="{1EACD89F-8C8D-9225-A749-BF6D2C87FCBC}"/>
          </ac:graphicFrameMkLst>
        </pc:graphicFrameChg>
        <pc:picChg chg="add del">
          <ac:chgData name="PIMPLE SIDDHANT VIJAY" userId="S::pimplesv21.comp@coeptech.ac.in::629c3003-e962-4e6d-a9d1-f45ee0badccc" providerId="AD" clId="Web-{F016B8E9-4E04-C462-1C6C-78C456AD74E0}" dt="2023-05-28T17:56:21.673" v="59"/>
          <ac:picMkLst>
            <pc:docMk/>
            <pc:sldMk cId="1338397742" sldId="280"/>
            <ac:picMk id="22" creationId="{DFD4B301-E9F5-BBC4-A911-0DCCDD2637E3}"/>
          </ac:picMkLst>
        </pc:picChg>
        <pc:cxnChg chg="add del">
          <ac:chgData name="PIMPLE SIDDHANT VIJAY" userId="S::pimplesv21.comp@coeptech.ac.in::629c3003-e962-4e6d-a9d1-f45ee0badccc" providerId="AD" clId="Web-{F016B8E9-4E04-C462-1C6C-78C456AD74E0}" dt="2023-05-28T17:54:06.701" v="49"/>
          <ac:cxnSpMkLst>
            <pc:docMk/>
            <pc:sldMk cId="1338397742" sldId="280"/>
            <ac:cxnSpMk id="17" creationId="{6CF1BAF6-AD41-4082-B212-8A1F9A2E8779}"/>
          </ac:cxnSpMkLst>
        </pc:cxnChg>
        <pc:cxnChg chg="add del">
          <ac:chgData name="PIMPLE SIDDHANT VIJAY" userId="S::pimplesv21.comp@coeptech.ac.in::629c3003-e962-4e6d-a9d1-f45ee0badccc" providerId="AD" clId="Web-{F016B8E9-4E04-C462-1C6C-78C456AD74E0}" dt="2023-05-28T17:56:21.673" v="59"/>
          <ac:cxnSpMkLst>
            <pc:docMk/>
            <pc:sldMk cId="1338397742" sldId="280"/>
            <ac:cxnSpMk id="36" creationId="{C49DA8F6-BCC1-4447-B54C-57856834B94B}"/>
          </ac:cxnSpMkLst>
        </pc:cxnChg>
      </pc:sldChg>
      <pc:sldChg chg="modSp modTransition">
        <pc:chgData name="PIMPLE SIDDHANT VIJAY" userId="S::pimplesv21.comp@coeptech.ac.in::629c3003-e962-4e6d-a9d1-f45ee0badccc" providerId="AD" clId="Web-{F016B8E9-4E04-C462-1C6C-78C456AD74E0}" dt="2023-05-28T18:22:59.339" v="310"/>
        <pc:sldMkLst>
          <pc:docMk/>
          <pc:sldMk cId="2809590822" sldId="281"/>
        </pc:sldMkLst>
        <pc:spChg chg="mod">
          <ac:chgData name="PIMPLE SIDDHANT VIJAY" userId="S::pimplesv21.comp@coeptech.ac.in::629c3003-e962-4e6d-a9d1-f45ee0badccc" providerId="AD" clId="Web-{F016B8E9-4E04-C462-1C6C-78C456AD74E0}" dt="2023-05-28T18:03:44.292" v="135" actId="20577"/>
          <ac:spMkLst>
            <pc:docMk/>
            <pc:sldMk cId="2809590822" sldId="281"/>
            <ac:spMk id="3" creationId="{4B3C1D5B-11AC-48D7-B0A0-63BC88617D64}"/>
          </ac:spMkLst>
        </pc:spChg>
      </pc:sldChg>
      <pc:sldChg chg="addSp delSp modSp mod modTransition modClrScheme chgLayout">
        <pc:chgData name="PIMPLE SIDDHANT VIJAY" userId="S::pimplesv21.comp@coeptech.ac.in::629c3003-e962-4e6d-a9d1-f45ee0badccc" providerId="AD" clId="Web-{F016B8E9-4E04-C462-1C6C-78C456AD74E0}" dt="2023-05-28T18:28:02.690" v="416"/>
        <pc:sldMkLst>
          <pc:docMk/>
          <pc:sldMk cId="1546124927" sldId="282"/>
        </pc:sldMkLst>
        <pc:spChg chg="add del mod">
          <ac:chgData name="PIMPLE SIDDHANT VIJAY" userId="S::pimplesv21.comp@coeptech.ac.in::629c3003-e962-4e6d-a9d1-f45ee0badccc" providerId="AD" clId="Web-{F016B8E9-4E04-C462-1C6C-78C456AD74E0}" dt="2023-05-28T18:27:53.253" v="415"/>
          <ac:spMkLst>
            <pc:docMk/>
            <pc:sldMk cId="1546124927" sldId="282"/>
            <ac:spMk id="2" creationId="{3438149D-67FC-E520-35A7-8A7F30B33A72}"/>
          </ac:spMkLst>
        </pc:spChg>
        <pc:spChg chg="del">
          <ac:chgData name="PIMPLE SIDDHANT VIJAY" userId="S::pimplesv21.comp@coeptech.ac.in::629c3003-e962-4e6d-a9d1-f45ee0badccc" providerId="AD" clId="Web-{F016B8E9-4E04-C462-1C6C-78C456AD74E0}" dt="2023-05-28T18:25:48.233" v="385"/>
          <ac:spMkLst>
            <pc:docMk/>
            <pc:sldMk cId="1546124927" sldId="282"/>
            <ac:spMk id="3" creationId="{4B3C1D5B-11AC-48D7-B0A0-63BC88617D64}"/>
          </ac:spMkLst>
        </pc:spChg>
        <pc:spChg chg="add del mod">
          <ac:chgData name="PIMPLE SIDDHANT VIJAY" userId="S::pimplesv21.comp@coeptech.ac.in::629c3003-e962-4e6d-a9d1-f45ee0badccc" providerId="AD" clId="Web-{F016B8E9-4E04-C462-1C6C-78C456AD74E0}" dt="2023-05-28T18:25:54.155" v="386"/>
          <ac:spMkLst>
            <pc:docMk/>
            <pc:sldMk cId="1546124927" sldId="282"/>
            <ac:spMk id="5" creationId="{AD060A84-F42E-43FA-B646-AAF4ECA40004}"/>
          </ac:spMkLst>
        </pc:spChg>
        <pc:spChg chg="add mod">
          <ac:chgData name="PIMPLE SIDDHANT VIJAY" userId="S::pimplesv21.comp@coeptech.ac.in::629c3003-e962-4e6d-a9d1-f45ee0badccc" providerId="AD" clId="Web-{F016B8E9-4E04-C462-1C6C-78C456AD74E0}" dt="2023-05-28T18:27:53.253" v="415"/>
          <ac:spMkLst>
            <pc:docMk/>
            <pc:sldMk cId="1546124927" sldId="282"/>
            <ac:spMk id="6" creationId="{07B0A113-12B5-B844-FC15-544BCB4F87E2}"/>
          </ac:spMkLst>
        </pc:spChg>
        <pc:spChg chg="add del mod">
          <ac:chgData name="PIMPLE SIDDHANT VIJAY" userId="S::pimplesv21.comp@coeptech.ac.in::629c3003-e962-4e6d-a9d1-f45ee0badccc" providerId="AD" clId="Web-{F016B8E9-4E04-C462-1C6C-78C456AD74E0}" dt="2023-05-28T18:28:02.690" v="416"/>
          <ac:spMkLst>
            <pc:docMk/>
            <pc:sldMk cId="1546124927" sldId="282"/>
            <ac:spMk id="12" creationId="{8915D1C2-72D3-770D-ABEF-9B70C3964D1D}"/>
          </ac:spMkLst>
        </pc:spChg>
        <pc:graphicFrameChg chg="add">
          <ac:chgData name="PIMPLE SIDDHANT VIJAY" userId="S::pimplesv21.comp@coeptech.ac.in::629c3003-e962-4e6d-a9d1-f45ee0badccc" providerId="AD" clId="Web-{F016B8E9-4E04-C462-1C6C-78C456AD74E0}" dt="2023-05-28T18:27:53.253" v="415"/>
          <ac:graphicFrameMkLst>
            <pc:docMk/>
            <pc:sldMk cId="1546124927" sldId="282"/>
            <ac:graphicFrameMk id="8" creationId="{E536FEE9-2353-6A6A-F18A-1C6F4880DCB7}"/>
          </ac:graphicFrameMkLst>
        </pc:graphicFrameChg>
      </pc:sldChg>
      <pc:sldChg chg="addSp delSp modSp new mod ord modTransition setBg">
        <pc:chgData name="PIMPLE SIDDHANT VIJAY" userId="S::pimplesv21.comp@coeptech.ac.in::629c3003-e962-4e6d-a9d1-f45ee0badccc" providerId="AD" clId="Web-{F016B8E9-4E04-C462-1C6C-78C456AD74E0}" dt="2023-05-28T18:21:35.696" v="292"/>
        <pc:sldMkLst>
          <pc:docMk/>
          <pc:sldMk cId="373888697" sldId="283"/>
        </pc:sldMkLst>
        <pc:spChg chg="del">
          <ac:chgData name="PIMPLE SIDDHANT VIJAY" userId="S::pimplesv21.comp@coeptech.ac.in::629c3003-e962-4e6d-a9d1-f45ee0badccc" providerId="AD" clId="Web-{F016B8E9-4E04-C462-1C6C-78C456AD74E0}" dt="2023-05-28T18:15:11.843" v="185"/>
          <ac:spMkLst>
            <pc:docMk/>
            <pc:sldMk cId="373888697" sldId="283"/>
            <ac:spMk id="2" creationId="{1B53D1EA-A62B-AC9F-DD65-31840B4DBD6C}"/>
          </ac:spMkLst>
        </pc:spChg>
        <pc:spChg chg="del">
          <ac:chgData name="PIMPLE SIDDHANT VIJAY" userId="S::pimplesv21.comp@coeptech.ac.in::629c3003-e962-4e6d-a9d1-f45ee0badccc" providerId="AD" clId="Web-{F016B8E9-4E04-C462-1C6C-78C456AD74E0}" dt="2023-05-28T18:14:43.733" v="184"/>
          <ac:spMkLst>
            <pc:docMk/>
            <pc:sldMk cId="373888697" sldId="283"/>
            <ac:spMk id="3" creationId="{7C1C5FDC-35DC-324D-FB35-125BCADEB0A9}"/>
          </ac:spMkLst>
        </pc:spChg>
        <pc:spChg chg="del">
          <ac:chgData name="PIMPLE SIDDHANT VIJAY" userId="S::pimplesv21.comp@coeptech.ac.in::629c3003-e962-4e6d-a9d1-f45ee0badccc" providerId="AD" clId="Web-{F016B8E9-4E04-C462-1C6C-78C456AD74E0}" dt="2023-05-28T18:15:16.500" v="186"/>
          <ac:spMkLst>
            <pc:docMk/>
            <pc:sldMk cId="373888697" sldId="283"/>
            <ac:spMk id="4" creationId="{8A29F937-19D7-416F-CCDF-4FC3AD5F3C04}"/>
          </ac:spMkLst>
        </pc:spChg>
        <pc:spChg chg="add mod">
          <ac:chgData name="PIMPLE SIDDHANT VIJAY" userId="S::pimplesv21.comp@coeptech.ac.in::629c3003-e962-4e6d-a9d1-f45ee0badccc" providerId="AD" clId="Web-{F016B8E9-4E04-C462-1C6C-78C456AD74E0}" dt="2023-05-28T18:17:21.612" v="232"/>
          <ac:spMkLst>
            <pc:docMk/>
            <pc:sldMk cId="373888697" sldId="283"/>
            <ac:spMk id="5" creationId="{14988F7D-F280-0C1D-945A-DE9E1E7EA984}"/>
          </ac:spMkLst>
        </pc:spChg>
        <pc:spChg chg="add del">
          <ac:chgData name="PIMPLE SIDDHANT VIJAY" userId="S::pimplesv21.comp@coeptech.ac.in::629c3003-e962-4e6d-a9d1-f45ee0badccc" providerId="AD" clId="Web-{F016B8E9-4E04-C462-1C6C-78C456AD74E0}" dt="2023-05-28T18:17:21.612" v="232"/>
          <ac:spMkLst>
            <pc:docMk/>
            <pc:sldMk cId="373888697" sldId="283"/>
            <ac:spMk id="11" creationId="{6AEF9F34-F8DE-435D-8393-55823E7FF328}"/>
          </ac:spMkLst>
        </pc:spChg>
        <pc:spChg chg="add del">
          <ac:chgData name="PIMPLE SIDDHANT VIJAY" userId="S::pimplesv21.comp@coeptech.ac.in::629c3003-e962-4e6d-a9d1-f45ee0badccc" providerId="AD" clId="Web-{F016B8E9-4E04-C462-1C6C-78C456AD74E0}" dt="2023-05-28T18:17:21.612" v="232"/>
          <ac:spMkLst>
            <pc:docMk/>
            <pc:sldMk cId="373888697" sldId="283"/>
            <ac:spMk id="13" creationId="{6DE750BC-D75E-438F-8DFB-BFC088BFB37B}"/>
          </ac:spMkLst>
        </pc:spChg>
        <pc:picChg chg="add mod">
          <ac:chgData name="PIMPLE SIDDHANT VIJAY" userId="S::pimplesv21.comp@coeptech.ac.in::629c3003-e962-4e6d-a9d1-f45ee0badccc" providerId="AD" clId="Web-{F016B8E9-4E04-C462-1C6C-78C456AD74E0}" dt="2023-05-28T18:17:21.612" v="232"/>
          <ac:picMkLst>
            <pc:docMk/>
            <pc:sldMk cId="373888697" sldId="283"/>
            <ac:picMk id="7" creationId="{A95B6DEB-2496-33B6-49AD-56D624D83D16}"/>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3F7354-1D36-4175-B8CB-D1C2E910A07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E3A7E25-BF22-4242-98A9-6F8DCD1987ED}">
      <dgm:prSet/>
      <dgm:spPr/>
      <dgm:t>
        <a:bodyPr/>
        <a:lstStyle/>
        <a:p>
          <a:r>
            <a:rPr lang="en-US" dirty="0"/>
            <a:t>Introduction to B+ trees</a:t>
          </a:r>
        </a:p>
      </dgm:t>
    </dgm:pt>
    <dgm:pt modelId="{750055AE-5644-40B0-95DB-4749B22D2665}" type="parTrans" cxnId="{BDFE1240-8462-4623-91E1-3B2CE9431D0E}">
      <dgm:prSet/>
      <dgm:spPr/>
      <dgm:t>
        <a:bodyPr/>
        <a:lstStyle/>
        <a:p>
          <a:endParaRPr lang="en-US"/>
        </a:p>
      </dgm:t>
    </dgm:pt>
    <dgm:pt modelId="{AE7285E8-682D-4B68-891A-0D8C1566170C}" type="sibTrans" cxnId="{BDFE1240-8462-4623-91E1-3B2CE9431D0E}">
      <dgm:prSet/>
      <dgm:spPr/>
      <dgm:t>
        <a:bodyPr/>
        <a:lstStyle/>
        <a:p>
          <a:endParaRPr lang="en-US"/>
        </a:p>
      </dgm:t>
    </dgm:pt>
    <dgm:pt modelId="{48835CB4-9EB6-4463-ABBC-E466A49F2A7F}">
      <dgm:prSet/>
      <dgm:spPr/>
      <dgm:t>
        <a:bodyPr/>
        <a:lstStyle/>
        <a:p>
          <a:r>
            <a:rPr lang="en-US" dirty="0"/>
            <a:t>Searching on B+ trees</a:t>
          </a:r>
        </a:p>
      </dgm:t>
    </dgm:pt>
    <dgm:pt modelId="{29B4BE7C-A321-4E86-AF0D-F8F3A57866F2}" type="parTrans" cxnId="{14299168-3F73-4ABE-B8DE-5EDDD9A1985D}">
      <dgm:prSet/>
      <dgm:spPr/>
      <dgm:t>
        <a:bodyPr/>
        <a:lstStyle/>
        <a:p>
          <a:endParaRPr lang="en-US"/>
        </a:p>
      </dgm:t>
    </dgm:pt>
    <dgm:pt modelId="{F956D006-AE13-4271-A5B7-844225348FB9}" type="sibTrans" cxnId="{14299168-3F73-4ABE-B8DE-5EDDD9A1985D}">
      <dgm:prSet/>
      <dgm:spPr/>
      <dgm:t>
        <a:bodyPr/>
        <a:lstStyle/>
        <a:p>
          <a:endParaRPr lang="en-US"/>
        </a:p>
      </dgm:t>
    </dgm:pt>
    <dgm:pt modelId="{2E9F59E3-7ABE-4648-83EC-97D8E68FDFC1}">
      <dgm:prSet/>
      <dgm:spPr/>
      <dgm:t>
        <a:bodyPr/>
        <a:lstStyle/>
        <a:p>
          <a:r>
            <a:rPr lang="en-US" dirty="0"/>
            <a:t>Insertion on B+ trees</a:t>
          </a:r>
        </a:p>
      </dgm:t>
    </dgm:pt>
    <dgm:pt modelId="{1D9BDE81-525F-4875-BC4D-C731053B8AC5}" type="parTrans" cxnId="{B5FE95E4-55FC-4345-8B4E-41B622D39A9A}">
      <dgm:prSet/>
      <dgm:spPr/>
      <dgm:t>
        <a:bodyPr/>
        <a:lstStyle/>
        <a:p>
          <a:endParaRPr lang="en-US"/>
        </a:p>
      </dgm:t>
    </dgm:pt>
    <dgm:pt modelId="{192561FB-29EA-4B36-88A6-1EA4890DD7DA}" type="sibTrans" cxnId="{B5FE95E4-55FC-4345-8B4E-41B622D39A9A}">
      <dgm:prSet/>
      <dgm:spPr/>
      <dgm:t>
        <a:bodyPr/>
        <a:lstStyle/>
        <a:p>
          <a:endParaRPr lang="en-US"/>
        </a:p>
      </dgm:t>
    </dgm:pt>
    <dgm:pt modelId="{0CFF7039-FAF8-4F1A-8C27-6C78271EF978}">
      <dgm:prSet/>
      <dgm:spPr/>
      <dgm:t>
        <a:bodyPr/>
        <a:lstStyle/>
        <a:p>
          <a:r>
            <a:rPr lang="en-US" dirty="0"/>
            <a:t>Deletion on B+ trees</a:t>
          </a:r>
        </a:p>
      </dgm:t>
    </dgm:pt>
    <dgm:pt modelId="{25F9BDE4-0920-4AF2-9B54-3FDC2AD1BDBC}" type="parTrans" cxnId="{37046E05-2E99-40FE-9C49-DCCEFD8B0704}">
      <dgm:prSet/>
      <dgm:spPr/>
      <dgm:t>
        <a:bodyPr/>
        <a:lstStyle/>
        <a:p>
          <a:endParaRPr lang="en-US"/>
        </a:p>
      </dgm:t>
    </dgm:pt>
    <dgm:pt modelId="{6FC40FEC-7B57-4168-9A01-2D504E986C23}" type="sibTrans" cxnId="{37046E05-2E99-40FE-9C49-DCCEFD8B0704}">
      <dgm:prSet/>
      <dgm:spPr/>
      <dgm:t>
        <a:bodyPr/>
        <a:lstStyle/>
        <a:p>
          <a:endParaRPr lang="en-US"/>
        </a:p>
      </dgm:t>
    </dgm:pt>
    <dgm:pt modelId="{58A07DA0-63D1-450B-82B4-4B04B9A39F36}">
      <dgm:prSet/>
      <dgm:spPr/>
      <dgm:t>
        <a:bodyPr/>
        <a:lstStyle/>
        <a:p>
          <a:r>
            <a:rPr lang="en-US" dirty="0"/>
            <a:t>References</a:t>
          </a:r>
        </a:p>
      </dgm:t>
    </dgm:pt>
    <dgm:pt modelId="{F12658AA-258C-4C9B-8EF9-7FDFDA7F9352}" type="parTrans" cxnId="{0768A662-D2E1-4186-82FF-FE3335E7DC1E}">
      <dgm:prSet/>
      <dgm:spPr/>
      <dgm:t>
        <a:bodyPr/>
        <a:lstStyle/>
        <a:p>
          <a:endParaRPr lang="en-US"/>
        </a:p>
      </dgm:t>
    </dgm:pt>
    <dgm:pt modelId="{D41E2A65-1EDC-4EC1-9D2E-A37FC516ACEB}" type="sibTrans" cxnId="{0768A662-D2E1-4186-82FF-FE3335E7DC1E}">
      <dgm:prSet/>
      <dgm:spPr/>
      <dgm:t>
        <a:bodyPr/>
        <a:lstStyle/>
        <a:p>
          <a:endParaRPr lang="en-US"/>
        </a:p>
      </dgm:t>
    </dgm:pt>
    <dgm:pt modelId="{74477D77-92FA-4C43-A1B4-D4B987A7A6B0}" type="pres">
      <dgm:prSet presAssocID="{CB3F7354-1D36-4175-B8CB-D1C2E910A07A}" presName="vert0" presStyleCnt="0">
        <dgm:presLayoutVars>
          <dgm:dir/>
          <dgm:animOne val="branch"/>
          <dgm:animLvl val="lvl"/>
        </dgm:presLayoutVars>
      </dgm:prSet>
      <dgm:spPr/>
    </dgm:pt>
    <dgm:pt modelId="{2E83B9B7-B19A-4CF1-9EA8-7A9EC647D38E}" type="pres">
      <dgm:prSet presAssocID="{1E3A7E25-BF22-4242-98A9-6F8DCD1987ED}" presName="thickLine" presStyleLbl="alignNode1" presStyleIdx="0" presStyleCnt="5"/>
      <dgm:spPr/>
    </dgm:pt>
    <dgm:pt modelId="{D0467AB1-F13D-4C78-8E9F-DE1D4867A0CB}" type="pres">
      <dgm:prSet presAssocID="{1E3A7E25-BF22-4242-98A9-6F8DCD1987ED}" presName="horz1" presStyleCnt="0"/>
      <dgm:spPr/>
    </dgm:pt>
    <dgm:pt modelId="{208B4372-2F47-4B45-9128-5BCC35945EEF}" type="pres">
      <dgm:prSet presAssocID="{1E3A7E25-BF22-4242-98A9-6F8DCD1987ED}" presName="tx1" presStyleLbl="revTx" presStyleIdx="0" presStyleCnt="5"/>
      <dgm:spPr/>
    </dgm:pt>
    <dgm:pt modelId="{E46807C8-23F4-4F3F-BE3C-87CF56DDE266}" type="pres">
      <dgm:prSet presAssocID="{1E3A7E25-BF22-4242-98A9-6F8DCD1987ED}" presName="vert1" presStyleCnt="0"/>
      <dgm:spPr/>
    </dgm:pt>
    <dgm:pt modelId="{11E0B85C-B00B-4F97-B983-148D64503354}" type="pres">
      <dgm:prSet presAssocID="{48835CB4-9EB6-4463-ABBC-E466A49F2A7F}" presName="thickLine" presStyleLbl="alignNode1" presStyleIdx="1" presStyleCnt="5"/>
      <dgm:spPr/>
    </dgm:pt>
    <dgm:pt modelId="{7F88080A-DD1B-4502-8391-A1757F8D1E0F}" type="pres">
      <dgm:prSet presAssocID="{48835CB4-9EB6-4463-ABBC-E466A49F2A7F}" presName="horz1" presStyleCnt="0"/>
      <dgm:spPr/>
    </dgm:pt>
    <dgm:pt modelId="{631DCA45-68A4-4BAE-94B8-2B8640DC4EE8}" type="pres">
      <dgm:prSet presAssocID="{48835CB4-9EB6-4463-ABBC-E466A49F2A7F}" presName="tx1" presStyleLbl="revTx" presStyleIdx="1" presStyleCnt="5"/>
      <dgm:spPr/>
    </dgm:pt>
    <dgm:pt modelId="{FE883EA6-9A13-4E09-89BE-EB84DD0C9A6A}" type="pres">
      <dgm:prSet presAssocID="{48835CB4-9EB6-4463-ABBC-E466A49F2A7F}" presName="vert1" presStyleCnt="0"/>
      <dgm:spPr/>
    </dgm:pt>
    <dgm:pt modelId="{C1172284-0297-41B1-9182-7CCFA9EF74F5}" type="pres">
      <dgm:prSet presAssocID="{2E9F59E3-7ABE-4648-83EC-97D8E68FDFC1}" presName="thickLine" presStyleLbl="alignNode1" presStyleIdx="2" presStyleCnt="5"/>
      <dgm:spPr/>
    </dgm:pt>
    <dgm:pt modelId="{9343F017-BB11-4ACC-A775-06D1FD5753BB}" type="pres">
      <dgm:prSet presAssocID="{2E9F59E3-7ABE-4648-83EC-97D8E68FDFC1}" presName="horz1" presStyleCnt="0"/>
      <dgm:spPr/>
    </dgm:pt>
    <dgm:pt modelId="{9DCA65BD-B099-41A4-A2C5-EBC6C3362B47}" type="pres">
      <dgm:prSet presAssocID="{2E9F59E3-7ABE-4648-83EC-97D8E68FDFC1}" presName="tx1" presStyleLbl="revTx" presStyleIdx="2" presStyleCnt="5"/>
      <dgm:spPr/>
    </dgm:pt>
    <dgm:pt modelId="{6CEDF4C8-DA7D-4C50-91E2-DC9D2C4BA6DC}" type="pres">
      <dgm:prSet presAssocID="{2E9F59E3-7ABE-4648-83EC-97D8E68FDFC1}" presName="vert1" presStyleCnt="0"/>
      <dgm:spPr/>
    </dgm:pt>
    <dgm:pt modelId="{5EAD4BAB-5E58-49CA-9FDA-4E622A4E8479}" type="pres">
      <dgm:prSet presAssocID="{0CFF7039-FAF8-4F1A-8C27-6C78271EF978}" presName="thickLine" presStyleLbl="alignNode1" presStyleIdx="3" presStyleCnt="5"/>
      <dgm:spPr/>
    </dgm:pt>
    <dgm:pt modelId="{021CC2C9-9556-4DE0-92A1-A8A5ACF5A3FA}" type="pres">
      <dgm:prSet presAssocID="{0CFF7039-FAF8-4F1A-8C27-6C78271EF978}" presName="horz1" presStyleCnt="0"/>
      <dgm:spPr/>
    </dgm:pt>
    <dgm:pt modelId="{FF5600BA-541B-4E76-BD37-D48CD6497EEE}" type="pres">
      <dgm:prSet presAssocID="{0CFF7039-FAF8-4F1A-8C27-6C78271EF978}" presName="tx1" presStyleLbl="revTx" presStyleIdx="3" presStyleCnt="5"/>
      <dgm:spPr/>
    </dgm:pt>
    <dgm:pt modelId="{8716A601-ADC0-4456-B68F-C93F4F2F057C}" type="pres">
      <dgm:prSet presAssocID="{0CFF7039-FAF8-4F1A-8C27-6C78271EF978}" presName="vert1" presStyleCnt="0"/>
      <dgm:spPr/>
    </dgm:pt>
    <dgm:pt modelId="{93855892-3920-4986-8063-BEBAE77C030C}" type="pres">
      <dgm:prSet presAssocID="{58A07DA0-63D1-450B-82B4-4B04B9A39F36}" presName="thickLine" presStyleLbl="alignNode1" presStyleIdx="4" presStyleCnt="5"/>
      <dgm:spPr/>
    </dgm:pt>
    <dgm:pt modelId="{FBD9CDC7-071B-44ED-B1F0-B40E121E59CB}" type="pres">
      <dgm:prSet presAssocID="{58A07DA0-63D1-450B-82B4-4B04B9A39F36}" presName="horz1" presStyleCnt="0"/>
      <dgm:spPr/>
    </dgm:pt>
    <dgm:pt modelId="{33B4C24F-35C8-465C-8020-50129951AE86}" type="pres">
      <dgm:prSet presAssocID="{58A07DA0-63D1-450B-82B4-4B04B9A39F36}" presName="tx1" presStyleLbl="revTx" presStyleIdx="4" presStyleCnt="5"/>
      <dgm:spPr/>
    </dgm:pt>
    <dgm:pt modelId="{9CBBAD65-5F69-475E-8D45-3B3CA588247E}" type="pres">
      <dgm:prSet presAssocID="{58A07DA0-63D1-450B-82B4-4B04B9A39F36}" presName="vert1" presStyleCnt="0"/>
      <dgm:spPr/>
    </dgm:pt>
  </dgm:ptLst>
  <dgm:cxnLst>
    <dgm:cxn modelId="{37046E05-2E99-40FE-9C49-DCCEFD8B0704}" srcId="{CB3F7354-1D36-4175-B8CB-D1C2E910A07A}" destId="{0CFF7039-FAF8-4F1A-8C27-6C78271EF978}" srcOrd="3" destOrd="0" parTransId="{25F9BDE4-0920-4AF2-9B54-3FDC2AD1BDBC}" sibTransId="{6FC40FEC-7B57-4168-9A01-2D504E986C23}"/>
    <dgm:cxn modelId="{BDFE1240-8462-4623-91E1-3B2CE9431D0E}" srcId="{CB3F7354-1D36-4175-B8CB-D1C2E910A07A}" destId="{1E3A7E25-BF22-4242-98A9-6F8DCD1987ED}" srcOrd="0" destOrd="0" parTransId="{750055AE-5644-40B0-95DB-4749B22D2665}" sibTransId="{AE7285E8-682D-4B68-891A-0D8C1566170C}"/>
    <dgm:cxn modelId="{0768A662-D2E1-4186-82FF-FE3335E7DC1E}" srcId="{CB3F7354-1D36-4175-B8CB-D1C2E910A07A}" destId="{58A07DA0-63D1-450B-82B4-4B04B9A39F36}" srcOrd="4" destOrd="0" parTransId="{F12658AA-258C-4C9B-8EF9-7FDFDA7F9352}" sibTransId="{D41E2A65-1EDC-4EC1-9D2E-A37FC516ACEB}"/>
    <dgm:cxn modelId="{14299168-3F73-4ABE-B8DE-5EDDD9A1985D}" srcId="{CB3F7354-1D36-4175-B8CB-D1C2E910A07A}" destId="{48835CB4-9EB6-4463-ABBC-E466A49F2A7F}" srcOrd="1" destOrd="0" parTransId="{29B4BE7C-A321-4E86-AF0D-F8F3A57866F2}" sibTransId="{F956D006-AE13-4271-A5B7-844225348FB9}"/>
    <dgm:cxn modelId="{A65B4F55-F19B-4337-841A-F500C91AA010}" type="presOf" srcId="{48835CB4-9EB6-4463-ABBC-E466A49F2A7F}" destId="{631DCA45-68A4-4BAE-94B8-2B8640DC4EE8}" srcOrd="0" destOrd="0" presId="urn:microsoft.com/office/officeart/2008/layout/LinedList"/>
    <dgm:cxn modelId="{3EC09959-416A-4CFC-B3B5-3075B99FB025}" type="presOf" srcId="{CB3F7354-1D36-4175-B8CB-D1C2E910A07A}" destId="{74477D77-92FA-4C43-A1B4-D4B987A7A6B0}" srcOrd="0" destOrd="0" presId="urn:microsoft.com/office/officeart/2008/layout/LinedList"/>
    <dgm:cxn modelId="{344147AD-4500-41B9-8AFF-BA998325D188}" type="presOf" srcId="{0CFF7039-FAF8-4F1A-8C27-6C78271EF978}" destId="{FF5600BA-541B-4E76-BD37-D48CD6497EEE}" srcOrd="0" destOrd="0" presId="urn:microsoft.com/office/officeart/2008/layout/LinedList"/>
    <dgm:cxn modelId="{B5FE95E4-55FC-4345-8B4E-41B622D39A9A}" srcId="{CB3F7354-1D36-4175-B8CB-D1C2E910A07A}" destId="{2E9F59E3-7ABE-4648-83EC-97D8E68FDFC1}" srcOrd="2" destOrd="0" parTransId="{1D9BDE81-525F-4875-BC4D-C731053B8AC5}" sibTransId="{192561FB-29EA-4B36-88A6-1EA4890DD7DA}"/>
    <dgm:cxn modelId="{300220EA-BA82-484A-B61D-7DDA0E6C792B}" type="presOf" srcId="{2E9F59E3-7ABE-4648-83EC-97D8E68FDFC1}" destId="{9DCA65BD-B099-41A4-A2C5-EBC6C3362B47}" srcOrd="0" destOrd="0" presId="urn:microsoft.com/office/officeart/2008/layout/LinedList"/>
    <dgm:cxn modelId="{7EAE50EB-0E2F-4447-8014-17C48CEAD2E4}" type="presOf" srcId="{1E3A7E25-BF22-4242-98A9-6F8DCD1987ED}" destId="{208B4372-2F47-4B45-9128-5BCC35945EEF}" srcOrd="0" destOrd="0" presId="urn:microsoft.com/office/officeart/2008/layout/LinedList"/>
    <dgm:cxn modelId="{1EA9BDEE-7BA1-4718-B66C-152B65CFDA7C}" type="presOf" srcId="{58A07DA0-63D1-450B-82B4-4B04B9A39F36}" destId="{33B4C24F-35C8-465C-8020-50129951AE86}" srcOrd="0" destOrd="0" presId="urn:microsoft.com/office/officeart/2008/layout/LinedList"/>
    <dgm:cxn modelId="{14F3F692-09C9-431C-A593-7DDBB88E928C}" type="presParOf" srcId="{74477D77-92FA-4C43-A1B4-D4B987A7A6B0}" destId="{2E83B9B7-B19A-4CF1-9EA8-7A9EC647D38E}" srcOrd="0" destOrd="0" presId="urn:microsoft.com/office/officeart/2008/layout/LinedList"/>
    <dgm:cxn modelId="{E1C7545C-7A13-4DF1-B2A5-4CFB32857616}" type="presParOf" srcId="{74477D77-92FA-4C43-A1B4-D4B987A7A6B0}" destId="{D0467AB1-F13D-4C78-8E9F-DE1D4867A0CB}" srcOrd="1" destOrd="0" presId="urn:microsoft.com/office/officeart/2008/layout/LinedList"/>
    <dgm:cxn modelId="{C12DAFA6-5472-410E-9FFD-4F4FE1B22454}" type="presParOf" srcId="{D0467AB1-F13D-4C78-8E9F-DE1D4867A0CB}" destId="{208B4372-2F47-4B45-9128-5BCC35945EEF}" srcOrd="0" destOrd="0" presId="urn:microsoft.com/office/officeart/2008/layout/LinedList"/>
    <dgm:cxn modelId="{CE6E598A-E8DF-4891-88F4-1FA3024C2501}" type="presParOf" srcId="{D0467AB1-F13D-4C78-8E9F-DE1D4867A0CB}" destId="{E46807C8-23F4-4F3F-BE3C-87CF56DDE266}" srcOrd="1" destOrd="0" presId="urn:microsoft.com/office/officeart/2008/layout/LinedList"/>
    <dgm:cxn modelId="{7F6363C3-2F00-4490-A7C7-A9DB0E7576A7}" type="presParOf" srcId="{74477D77-92FA-4C43-A1B4-D4B987A7A6B0}" destId="{11E0B85C-B00B-4F97-B983-148D64503354}" srcOrd="2" destOrd="0" presId="urn:microsoft.com/office/officeart/2008/layout/LinedList"/>
    <dgm:cxn modelId="{3875EEF8-041E-48A5-A53C-B9E63ABC80E5}" type="presParOf" srcId="{74477D77-92FA-4C43-A1B4-D4B987A7A6B0}" destId="{7F88080A-DD1B-4502-8391-A1757F8D1E0F}" srcOrd="3" destOrd="0" presId="urn:microsoft.com/office/officeart/2008/layout/LinedList"/>
    <dgm:cxn modelId="{1CFBF8D9-78A1-4D7E-858C-1E6703B47674}" type="presParOf" srcId="{7F88080A-DD1B-4502-8391-A1757F8D1E0F}" destId="{631DCA45-68A4-4BAE-94B8-2B8640DC4EE8}" srcOrd="0" destOrd="0" presId="urn:microsoft.com/office/officeart/2008/layout/LinedList"/>
    <dgm:cxn modelId="{A2BD0FF4-148B-488A-86F2-E90DEB7322CE}" type="presParOf" srcId="{7F88080A-DD1B-4502-8391-A1757F8D1E0F}" destId="{FE883EA6-9A13-4E09-89BE-EB84DD0C9A6A}" srcOrd="1" destOrd="0" presId="urn:microsoft.com/office/officeart/2008/layout/LinedList"/>
    <dgm:cxn modelId="{20D1785C-E2F3-449D-BF8F-506D52F2C3D4}" type="presParOf" srcId="{74477D77-92FA-4C43-A1B4-D4B987A7A6B0}" destId="{C1172284-0297-41B1-9182-7CCFA9EF74F5}" srcOrd="4" destOrd="0" presId="urn:microsoft.com/office/officeart/2008/layout/LinedList"/>
    <dgm:cxn modelId="{4290C032-E0E0-4F6C-99E7-6E5C15313436}" type="presParOf" srcId="{74477D77-92FA-4C43-A1B4-D4B987A7A6B0}" destId="{9343F017-BB11-4ACC-A775-06D1FD5753BB}" srcOrd="5" destOrd="0" presId="urn:microsoft.com/office/officeart/2008/layout/LinedList"/>
    <dgm:cxn modelId="{BBE2D94E-5F1E-496F-8C2B-165A02A67C21}" type="presParOf" srcId="{9343F017-BB11-4ACC-A775-06D1FD5753BB}" destId="{9DCA65BD-B099-41A4-A2C5-EBC6C3362B47}" srcOrd="0" destOrd="0" presId="urn:microsoft.com/office/officeart/2008/layout/LinedList"/>
    <dgm:cxn modelId="{DBD56F41-CD61-40BD-B471-D2441AF77889}" type="presParOf" srcId="{9343F017-BB11-4ACC-A775-06D1FD5753BB}" destId="{6CEDF4C8-DA7D-4C50-91E2-DC9D2C4BA6DC}" srcOrd="1" destOrd="0" presId="urn:microsoft.com/office/officeart/2008/layout/LinedList"/>
    <dgm:cxn modelId="{45DAFAA0-82E4-424B-A078-8D3E42DF5AB9}" type="presParOf" srcId="{74477D77-92FA-4C43-A1B4-D4B987A7A6B0}" destId="{5EAD4BAB-5E58-49CA-9FDA-4E622A4E8479}" srcOrd="6" destOrd="0" presId="urn:microsoft.com/office/officeart/2008/layout/LinedList"/>
    <dgm:cxn modelId="{3B0E9BC8-40A9-41AF-A9FA-5AAD9D6A13FB}" type="presParOf" srcId="{74477D77-92FA-4C43-A1B4-D4B987A7A6B0}" destId="{021CC2C9-9556-4DE0-92A1-A8A5ACF5A3FA}" srcOrd="7" destOrd="0" presId="urn:microsoft.com/office/officeart/2008/layout/LinedList"/>
    <dgm:cxn modelId="{44E5237E-1CB1-4594-85BE-21CE98404B13}" type="presParOf" srcId="{021CC2C9-9556-4DE0-92A1-A8A5ACF5A3FA}" destId="{FF5600BA-541B-4E76-BD37-D48CD6497EEE}" srcOrd="0" destOrd="0" presId="urn:microsoft.com/office/officeart/2008/layout/LinedList"/>
    <dgm:cxn modelId="{344C7A51-809D-493E-9A92-A59A91D23C8C}" type="presParOf" srcId="{021CC2C9-9556-4DE0-92A1-A8A5ACF5A3FA}" destId="{8716A601-ADC0-4456-B68F-C93F4F2F057C}" srcOrd="1" destOrd="0" presId="urn:microsoft.com/office/officeart/2008/layout/LinedList"/>
    <dgm:cxn modelId="{40EE45AB-7958-4254-8E96-FECEBB1F0F6A}" type="presParOf" srcId="{74477D77-92FA-4C43-A1B4-D4B987A7A6B0}" destId="{93855892-3920-4986-8063-BEBAE77C030C}" srcOrd="8" destOrd="0" presId="urn:microsoft.com/office/officeart/2008/layout/LinedList"/>
    <dgm:cxn modelId="{9CBD5AE4-8C18-4963-A9DA-13DC3F74D3B2}" type="presParOf" srcId="{74477D77-92FA-4C43-A1B4-D4B987A7A6B0}" destId="{FBD9CDC7-071B-44ED-B1F0-B40E121E59CB}" srcOrd="9" destOrd="0" presId="urn:microsoft.com/office/officeart/2008/layout/LinedList"/>
    <dgm:cxn modelId="{1151CEF6-B880-41C8-AF5E-F290F13C1B60}" type="presParOf" srcId="{FBD9CDC7-071B-44ED-B1F0-B40E121E59CB}" destId="{33B4C24F-35C8-465C-8020-50129951AE86}" srcOrd="0" destOrd="0" presId="urn:microsoft.com/office/officeart/2008/layout/LinedList"/>
    <dgm:cxn modelId="{087783CA-AA5F-41E7-9306-F6C416DAF20F}" type="presParOf" srcId="{FBD9CDC7-071B-44ED-B1F0-B40E121E59CB}" destId="{9CBBAD65-5F69-475E-8D45-3B3CA588247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B26D68-7CC2-425D-8B53-35D71206067F}" type="doc">
      <dgm:prSet loTypeId="urn:microsoft.com/office/officeart/2016/7/layout/VerticalHollowActionList" loCatId="List" qsTypeId="urn:microsoft.com/office/officeart/2005/8/quickstyle/simple5" qsCatId="simple" csTypeId="urn:microsoft.com/office/officeart/2005/8/colors/colorful2" csCatId="colorful"/>
      <dgm:spPr/>
      <dgm:t>
        <a:bodyPr/>
        <a:lstStyle/>
        <a:p>
          <a:endParaRPr lang="en-US"/>
        </a:p>
      </dgm:t>
    </dgm:pt>
    <dgm:pt modelId="{D4F4430F-17EE-450D-825D-ABCB2F2B3B6D}">
      <dgm:prSet/>
      <dgm:spPr/>
      <dgm:t>
        <a:bodyPr/>
        <a:lstStyle/>
        <a:p>
          <a:r>
            <a:rPr lang="en-US"/>
            <a:t>Case</a:t>
          </a:r>
        </a:p>
      </dgm:t>
    </dgm:pt>
    <dgm:pt modelId="{EAA83261-C23F-49C7-A24C-ED707855A88D}" type="parTrans" cxnId="{C9833BFF-47D7-468C-9BF9-B47D71CCE4CB}">
      <dgm:prSet/>
      <dgm:spPr/>
      <dgm:t>
        <a:bodyPr/>
        <a:lstStyle/>
        <a:p>
          <a:endParaRPr lang="en-US"/>
        </a:p>
      </dgm:t>
    </dgm:pt>
    <dgm:pt modelId="{4ABC9113-5322-4BFD-8998-67CCD799BC2C}" type="sibTrans" cxnId="{C9833BFF-47D7-468C-9BF9-B47D71CCE4CB}">
      <dgm:prSet/>
      <dgm:spPr/>
      <dgm:t>
        <a:bodyPr/>
        <a:lstStyle/>
        <a:p>
          <a:endParaRPr lang="en-US"/>
        </a:p>
      </dgm:t>
    </dgm:pt>
    <dgm:pt modelId="{63606341-7910-41B3-AB02-3D5463E7DC72}">
      <dgm:prSet/>
      <dgm:spPr/>
      <dgm:t>
        <a:bodyPr/>
        <a:lstStyle/>
        <a:p>
          <a:r>
            <a:rPr lang="en-US"/>
            <a:t>Case I</a:t>
          </a:r>
        </a:p>
      </dgm:t>
    </dgm:pt>
    <dgm:pt modelId="{79CB69E8-FC89-4BB9-9711-083B1CECA009}" type="parTrans" cxnId="{DEED6088-84EA-450E-8903-269BBC514FBF}">
      <dgm:prSet/>
      <dgm:spPr/>
      <dgm:t>
        <a:bodyPr/>
        <a:lstStyle/>
        <a:p>
          <a:endParaRPr lang="en-US"/>
        </a:p>
      </dgm:t>
    </dgm:pt>
    <dgm:pt modelId="{380C89D3-DC50-4F36-997D-3AE3D87F52DC}" type="sibTrans" cxnId="{DEED6088-84EA-450E-8903-269BBC514FBF}">
      <dgm:prSet/>
      <dgm:spPr/>
      <dgm:t>
        <a:bodyPr/>
        <a:lstStyle/>
        <a:p>
          <a:endParaRPr lang="en-US"/>
        </a:p>
      </dgm:t>
    </dgm:pt>
    <dgm:pt modelId="{5BC7A82E-01AA-4F69-9CDF-18F7BBFA4671}">
      <dgm:prSet/>
      <dgm:spPr/>
      <dgm:t>
        <a:bodyPr/>
        <a:lstStyle/>
        <a:p>
          <a:r>
            <a:rPr lang="en-US"/>
            <a:t>If the leaf is not full, insert the key into the leaf node in increasing order.</a:t>
          </a:r>
        </a:p>
      </dgm:t>
    </dgm:pt>
    <dgm:pt modelId="{6618C89C-8CEB-4420-AB8C-E0C017B6CEE4}" type="parTrans" cxnId="{203D5772-5DD1-42D9-9F56-8FC24AAA2D1C}">
      <dgm:prSet/>
      <dgm:spPr/>
      <dgm:t>
        <a:bodyPr/>
        <a:lstStyle/>
        <a:p>
          <a:endParaRPr lang="en-US"/>
        </a:p>
      </dgm:t>
    </dgm:pt>
    <dgm:pt modelId="{D1F3BE90-FF3B-454A-A720-9607BF6E5C59}" type="sibTrans" cxnId="{203D5772-5DD1-42D9-9F56-8FC24AAA2D1C}">
      <dgm:prSet/>
      <dgm:spPr/>
      <dgm:t>
        <a:bodyPr/>
        <a:lstStyle/>
        <a:p>
          <a:endParaRPr lang="en-US"/>
        </a:p>
      </dgm:t>
    </dgm:pt>
    <dgm:pt modelId="{789898CD-2B9A-475B-B828-35DFB9F292AA}">
      <dgm:prSet/>
      <dgm:spPr/>
      <dgm:t>
        <a:bodyPr/>
        <a:lstStyle/>
        <a:p>
          <a:r>
            <a:rPr lang="en-US"/>
            <a:t>Case</a:t>
          </a:r>
        </a:p>
      </dgm:t>
    </dgm:pt>
    <dgm:pt modelId="{12989036-6336-40B3-B4F4-1351F0016278}" type="parTrans" cxnId="{4834D062-0A90-450B-A1C1-BB9952F51A8E}">
      <dgm:prSet/>
      <dgm:spPr/>
      <dgm:t>
        <a:bodyPr/>
        <a:lstStyle/>
        <a:p>
          <a:endParaRPr lang="en-US"/>
        </a:p>
      </dgm:t>
    </dgm:pt>
    <dgm:pt modelId="{94F29CDD-8E4B-409A-9DE5-CF4F58C77333}" type="sibTrans" cxnId="{4834D062-0A90-450B-A1C1-BB9952F51A8E}">
      <dgm:prSet/>
      <dgm:spPr/>
      <dgm:t>
        <a:bodyPr/>
        <a:lstStyle/>
        <a:p>
          <a:endParaRPr lang="en-US"/>
        </a:p>
      </dgm:t>
    </dgm:pt>
    <dgm:pt modelId="{F7F423B4-EADB-4233-8DAC-753F6A485BEE}">
      <dgm:prSet/>
      <dgm:spPr/>
      <dgm:t>
        <a:bodyPr/>
        <a:lstStyle/>
        <a:p>
          <a:r>
            <a:rPr lang="en-US"/>
            <a:t>Case II</a:t>
          </a:r>
        </a:p>
      </dgm:t>
    </dgm:pt>
    <dgm:pt modelId="{49C83AB8-9A28-46AC-8877-4BEED591168C}" type="parTrans" cxnId="{723B59B4-4C40-4131-8AAE-0601F6C413E8}">
      <dgm:prSet/>
      <dgm:spPr/>
      <dgm:t>
        <a:bodyPr/>
        <a:lstStyle/>
        <a:p>
          <a:endParaRPr lang="en-US"/>
        </a:p>
      </dgm:t>
    </dgm:pt>
    <dgm:pt modelId="{C90C9537-5CCE-4264-BBF8-9E2EF9774E1A}" type="sibTrans" cxnId="{723B59B4-4C40-4131-8AAE-0601F6C413E8}">
      <dgm:prSet/>
      <dgm:spPr/>
      <dgm:t>
        <a:bodyPr/>
        <a:lstStyle/>
        <a:p>
          <a:endParaRPr lang="en-US"/>
        </a:p>
      </dgm:t>
    </dgm:pt>
    <dgm:pt modelId="{FAD84A99-FDCB-4D1B-A064-02819B06FA67}">
      <dgm:prSet/>
      <dgm:spPr/>
      <dgm:t>
        <a:bodyPr/>
        <a:lstStyle/>
        <a:p>
          <a:r>
            <a:rPr lang="en-US"/>
            <a:t>If the leaf is full, insert the key into the leaf node in increasing order and balance the tree in the following way.</a:t>
          </a:r>
        </a:p>
      </dgm:t>
    </dgm:pt>
    <dgm:pt modelId="{8EE65D64-A531-4C44-9371-E4ABAF43ED19}" type="parTrans" cxnId="{DD9E04EE-A1A4-47E8-B1E9-9C8277F87FA1}">
      <dgm:prSet/>
      <dgm:spPr/>
      <dgm:t>
        <a:bodyPr/>
        <a:lstStyle/>
        <a:p>
          <a:endParaRPr lang="en-US"/>
        </a:p>
      </dgm:t>
    </dgm:pt>
    <dgm:pt modelId="{8657692A-6B08-411C-90F3-AB22A999B7F6}" type="sibTrans" cxnId="{DD9E04EE-A1A4-47E8-B1E9-9C8277F87FA1}">
      <dgm:prSet/>
      <dgm:spPr/>
      <dgm:t>
        <a:bodyPr/>
        <a:lstStyle/>
        <a:p>
          <a:endParaRPr lang="en-US"/>
        </a:p>
      </dgm:t>
    </dgm:pt>
    <dgm:pt modelId="{5F6E4B73-2C0E-49F4-9B74-74042B6A45E1}" type="pres">
      <dgm:prSet presAssocID="{67B26D68-7CC2-425D-8B53-35D71206067F}" presName="Name0" presStyleCnt="0">
        <dgm:presLayoutVars>
          <dgm:dir/>
          <dgm:animLvl val="lvl"/>
          <dgm:resizeHandles val="exact"/>
        </dgm:presLayoutVars>
      </dgm:prSet>
      <dgm:spPr/>
    </dgm:pt>
    <dgm:pt modelId="{BB5E01B2-42E0-4669-BCCA-790E0872FFE2}" type="pres">
      <dgm:prSet presAssocID="{D4F4430F-17EE-450D-825D-ABCB2F2B3B6D}" presName="linNode" presStyleCnt="0"/>
      <dgm:spPr/>
    </dgm:pt>
    <dgm:pt modelId="{3C0CF9A1-59C0-40AA-BBC3-E907B12C2D4D}" type="pres">
      <dgm:prSet presAssocID="{D4F4430F-17EE-450D-825D-ABCB2F2B3B6D}" presName="parentText" presStyleLbl="solidFgAcc1" presStyleIdx="0" presStyleCnt="2">
        <dgm:presLayoutVars>
          <dgm:chMax val="1"/>
          <dgm:bulletEnabled/>
        </dgm:presLayoutVars>
      </dgm:prSet>
      <dgm:spPr/>
    </dgm:pt>
    <dgm:pt modelId="{F4A5FAAE-3091-48A3-B507-E7EA78A2EA7F}" type="pres">
      <dgm:prSet presAssocID="{D4F4430F-17EE-450D-825D-ABCB2F2B3B6D}" presName="descendantText" presStyleLbl="alignNode1" presStyleIdx="0" presStyleCnt="2">
        <dgm:presLayoutVars>
          <dgm:bulletEnabled/>
        </dgm:presLayoutVars>
      </dgm:prSet>
      <dgm:spPr/>
    </dgm:pt>
    <dgm:pt modelId="{73DBFC53-11BF-469C-AAA3-A4553DE51628}" type="pres">
      <dgm:prSet presAssocID="{4ABC9113-5322-4BFD-8998-67CCD799BC2C}" presName="sp" presStyleCnt="0"/>
      <dgm:spPr/>
    </dgm:pt>
    <dgm:pt modelId="{C1D9C179-B824-4E0F-88D5-44AD461AB163}" type="pres">
      <dgm:prSet presAssocID="{789898CD-2B9A-475B-B828-35DFB9F292AA}" presName="linNode" presStyleCnt="0"/>
      <dgm:spPr/>
    </dgm:pt>
    <dgm:pt modelId="{14717574-9251-4AB6-B027-3A029730F946}" type="pres">
      <dgm:prSet presAssocID="{789898CD-2B9A-475B-B828-35DFB9F292AA}" presName="parentText" presStyleLbl="solidFgAcc1" presStyleIdx="1" presStyleCnt="2">
        <dgm:presLayoutVars>
          <dgm:chMax val="1"/>
          <dgm:bulletEnabled/>
        </dgm:presLayoutVars>
      </dgm:prSet>
      <dgm:spPr/>
    </dgm:pt>
    <dgm:pt modelId="{F8373629-C170-4F68-A97A-D5691D1349F1}" type="pres">
      <dgm:prSet presAssocID="{789898CD-2B9A-475B-B828-35DFB9F292AA}" presName="descendantText" presStyleLbl="alignNode1" presStyleIdx="1" presStyleCnt="2">
        <dgm:presLayoutVars>
          <dgm:bulletEnabled/>
        </dgm:presLayoutVars>
      </dgm:prSet>
      <dgm:spPr/>
    </dgm:pt>
  </dgm:ptLst>
  <dgm:cxnLst>
    <dgm:cxn modelId="{F14EB839-4D56-4C80-A508-0282C364D8E1}" type="presOf" srcId="{5BC7A82E-01AA-4F69-9CDF-18F7BBFA4671}" destId="{F4A5FAAE-3091-48A3-B507-E7EA78A2EA7F}" srcOrd="0" destOrd="1" presId="urn:microsoft.com/office/officeart/2016/7/layout/VerticalHollowActionList"/>
    <dgm:cxn modelId="{4834D062-0A90-450B-A1C1-BB9952F51A8E}" srcId="{67B26D68-7CC2-425D-8B53-35D71206067F}" destId="{789898CD-2B9A-475B-B828-35DFB9F292AA}" srcOrd="1" destOrd="0" parTransId="{12989036-6336-40B3-B4F4-1351F0016278}" sibTransId="{94F29CDD-8E4B-409A-9DE5-CF4F58C77333}"/>
    <dgm:cxn modelId="{7B5A3265-5EF4-4AD8-8BDD-D4780D406696}" type="presOf" srcId="{63606341-7910-41B3-AB02-3D5463E7DC72}" destId="{F4A5FAAE-3091-48A3-B507-E7EA78A2EA7F}" srcOrd="0" destOrd="0" presId="urn:microsoft.com/office/officeart/2016/7/layout/VerticalHollowActionList"/>
    <dgm:cxn modelId="{203D5772-5DD1-42D9-9F56-8FC24AAA2D1C}" srcId="{63606341-7910-41B3-AB02-3D5463E7DC72}" destId="{5BC7A82E-01AA-4F69-9CDF-18F7BBFA4671}" srcOrd="0" destOrd="0" parTransId="{6618C89C-8CEB-4420-AB8C-E0C017B6CEE4}" sibTransId="{D1F3BE90-FF3B-454A-A720-9607BF6E5C59}"/>
    <dgm:cxn modelId="{7D8AB478-412E-4EAC-9051-265FA7688067}" type="presOf" srcId="{789898CD-2B9A-475B-B828-35DFB9F292AA}" destId="{14717574-9251-4AB6-B027-3A029730F946}" srcOrd="0" destOrd="0" presId="urn:microsoft.com/office/officeart/2016/7/layout/VerticalHollowActionList"/>
    <dgm:cxn modelId="{DEED6088-84EA-450E-8903-269BBC514FBF}" srcId="{D4F4430F-17EE-450D-825D-ABCB2F2B3B6D}" destId="{63606341-7910-41B3-AB02-3D5463E7DC72}" srcOrd="0" destOrd="0" parTransId="{79CB69E8-FC89-4BB9-9711-083B1CECA009}" sibTransId="{380C89D3-DC50-4F36-997D-3AE3D87F52DC}"/>
    <dgm:cxn modelId="{5E96648E-253F-43B1-8D4E-51CE5A22B299}" type="presOf" srcId="{D4F4430F-17EE-450D-825D-ABCB2F2B3B6D}" destId="{3C0CF9A1-59C0-40AA-BBC3-E907B12C2D4D}" srcOrd="0" destOrd="0" presId="urn:microsoft.com/office/officeart/2016/7/layout/VerticalHollowActionList"/>
    <dgm:cxn modelId="{8E1DA8AD-32D2-4D95-9484-6F457AFACD99}" type="presOf" srcId="{F7F423B4-EADB-4233-8DAC-753F6A485BEE}" destId="{F8373629-C170-4F68-A97A-D5691D1349F1}" srcOrd="0" destOrd="0" presId="urn:microsoft.com/office/officeart/2016/7/layout/VerticalHollowActionList"/>
    <dgm:cxn modelId="{723B59B4-4C40-4131-8AAE-0601F6C413E8}" srcId="{789898CD-2B9A-475B-B828-35DFB9F292AA}" destId="{F7F423B4-EADB-4233-8DAC-753F6A485BEE}" srcOrd="0" destOrd="0" parTransId="{49C83AB8-9A28-46AC-8877-4BEED591168C}" sibTransId="{C90C9537-5CCE-4264-BBF8-9E2EF9774E1A}"/>
    <dgm:cxn modelId="{27366EBE-C663-4B6F-A60C-86AD47C9D649}" type="presOf" srcId="{67B26D68-7CC2-425D-8B53-35D71206067F}" destId="{5F6E4B73-2C0E-49F4-9B74-74042B6A45E1}" srcOrd="0" destOrd="0" presId="urn:microsoft.com/office/officeart/2016/7/layout/VerticalHollowActionList"/>
    <dgm:cxn modelId="{DD9E04EE-A1A4-47E8-B1E9-9C8277F87FA1}" srcId="{F7F423B4-EADB-4233-8DAC-753F6A485BEE}" destId="{FAD84A99-FDCB-4D1B-A064-02819B06FA67}" srcOrd="0" destOrd="0" parTransId="{8EE65D64-A531-4C44-9371-E4ABAF43ED19}" sibTransId="{8657692A-6B08-411C-90F3-AB22A999B7F6}"/>
    <dgm:cxn modelId="{121E7FF9-3B0F-41C9-83D9-C211D6D37DBD}" type="presOf" srcId="{FAD84A99-FDCB-4D1B-A064-02819B06FA67}" destId="{F8373629-C170-4F68-A97A-D5691D1349F1}" srcOrd="0" destOrd="1" presId="urn:microsoft.com/office/officeart/2016/7/layout/VerticalHollowActionList"/>
    <dgm:cxn modelId="{C9833BFF-47D7-468C-9BF9-B47D71CCE4CB}" srcId="{67B26D68-7CC2-425D-8B53-35D71206067F}" destId="{D4F4430F-17EE-450D-825D-ABCB2F2B3B6D}" srcOrd="0" destOrd="0" parTransId="{EAA83261-C23F-49C7-A24C-ED707855A88D}" sibTransId="{4ABC9113-5322-4BFD-8998-67CCD799BC2C}"/>
    <dgm:cxn modelId="{E824A8A2-2448-4749-8DE8-03421A8A0209}" type="presParOf" srcId="{5F6E4B73-2C0E-49F4-9B74-74042B6A45E1}" destId="{BB5E01B2-42E0-4669-BCCA-790E0872FFE2}" srcOrd="0" destOrd="0" presId="urn:microsoft.com/office/officeart/2016/7/layout/VerticalHollowActionList"/>
    <dgm:cxn modelId="{C94A7BCA-0217-48AF-A5DF-84B458626490}" type="presParOf" srcId="{BB5E01B2-42E0-4669-BCCA-790E0872FFE2}" destId="{3C0CF9A1-59C0-40AA-BBC3-E907B12C2D4D}" srcOrd="0" destOrd="0" presId="urn:microsoft.com/office/officeart/2016/7/layout/VerticalHollowActionList"/>
    <dgm:cxn modelId="{87155FB9-43F0-4746-BB91-B3F20ABAD077}" type="presParOf" srcId="{BB5E01B2-42E0-4669-BCCA-790E0872FFE2}" destId="{F4A5FAAE-3091-48A3-B507-E7EA78A2EA7F}" srcOrd="1" destOrd="0" presId="urn:microsoft.com/office/officeart/2016/7/layout/VerticalHollowActionList"/>
    <dgm:cxn modelId="{E0086CB2-45DA-497E-AA13-A2B28184932F}" type="presParOf" srcId="{5F6E4B73-2C0E-49F4-9B74-74042B6A45E1}" destId="{73DBFC53-11BF-469C-AAA3-A4553DE51628}" srcOrd="1" destOrd="0" presId="urn:microsoft.com/office/officeart/2016/7/layout/VerticalHollowActionList"/>
    <dgm:cxn modelId="{560E0C29-B8AA-4BDE-B07D-6C09D0A83D37}" type="presParOf" srcId="{5F6E4B73-2C0E-49F4-9B74-74042B6A45E1}" destId="{C1D9C179-B824-4E0F-88D5-44AD461AB163}" srcOrd="2" destOrd="0" presId="urn:microsoft.com/office/officeart/2016/7/layout/VerticalHollowActionList"/>
    <dgm:cxn modelId="{F375D62C-39FC-4530-854D-9B689AC9DCF0}" type="presParOf" srcId="{C1D9C179-B824-4E0F-88D5-44AD461AB163}" destId="{14717574-9251-4AB6-B027-3A029730F946}" srcOrd="0" destOrd="0" presId="urn:microsoft.com/office/officeart/2016/7/layout/VerticalHollowActionList"/>
    <dgm:cxn modelId="{EE76A9C1-96BE-429B-9FF6-82655C31E01E}" type="presParOf" srcId="{C1D9C179-B824-4E0F-88D5-44AD461AB163}" destId="{F8373629-C170-4F68-A97A-D5691D1349F1}" srcOrd="1" destOrd="0" presId="urn:microsoft.com/office/officeart/2016/7/layout/VerticalHollow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0DCACF-5063-4342-9D62-45240C453F11}"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en-US"/>
        </a:p>
      </dgm:t>
    </dgm:pt>
    <dgm:pt modelId="{66969D41-82A9-4B9A-8C5A-3D45973624FE}">
      <dgm:prSet/>
      <dgm:spPr/>
      <dgm:t>
        <a:bodyPr/>
        <a:lstStyle/>
        <a:p>
          <a:r>
            <a:rPr lang="en-US"/>
            <a:t>Project and Presentation by </a:t>
          </a:r>
        </a:p>
      </dgm:t>
    </dgm:pt>
    <dgm:pt modelId="{236A6C4B-CE6E-4E08-BB3E-95BD5E184AB6}" type="parTrans" cxnId="{3B5E6F2C-425E-45F7-9816-456FF3374556}">
      <dgm:prSet/>
      <dgm:spPr/>
      <dgm:t>
        <a:bodyPr/>
        <a:lstStyle/>
        <a:p>
          <a:endParaRPr lang="en-US"/>
        </a:p>
      </dgm:t>
    </dgm:pt>
    <dgm:pt modelId="{0D759B90-31EB-4A0A-B9AA-7A10BADBFBF0}" type="sibTrans" cxnId="{3B5E6F2C-425E-45F7-9816-456FF3374556}">
      <dgm:prSet/>
      <dgm:spPr/>
      <dgm:t>
        <a:bodyPr/>
        <a:lstStyle/>
        <a:p>
          <a:endParaRPr lang="en-US"/>
        </a:p>
      </dgm:t>
    </dgm:pt>
    <dgm:pt modelId="{8EA0319E-34CB-4F4E-B5B2-CBAAAEE79814}">
      <dgm:prSet/>
      <dgm:spPr/>
      <dgm:t>
        <a:bodyPr/>
        <a:lstStyle/>
        <a:p>
          <a:r>
            <a:rPr lang="en-US" dirty="0"/>
            <a:t>1) Dhananjay </a:t>
          </a:r>
          <a:r>
            <a:rPr lang="en-US" dirty="0" err="1"/>
            <a:t>Kokate</a:t>
          </a:r>
          <a:endParaRPr lang="en-US" dirty="0"/>
        </a:p>
      </dgm:t>
    </dgm:pt>
    <dgm:pt modelId="{F092F444-5A69-4B31-9909-FFA5EAA2127D}" type="parTrans" cxnId="{6063943D-D0B2-4DD1-AE16-9F2BB588B4F8}">
      <dgm:prSet/>
      <dgm:spPr/>
      <dgm:t>
        <a:bodyPr/>
        <a:lstStyle/>
        <a:p>
          <a:endParaRPr lang="en-US"/>
        </a:p>
      </dgm:t>
    </dgm:pt>
    <dgm:pt modelId="{0836FB2D-B006-4B56-8DC8-72E4290C9E18}" type="sibTrans" cxnId="{6063943D-D0B2-4DD1-AE16-9F2BB588B4F8}">
      <dgm:prSet/>
      <dgm:spPr/>
      <dgm:t>
        <a:bodyPr/>
        <a:lstStyle/>
        <a:p>
          <a:endParaRPr lang="en-US"/>
        </a:p>
      </dgm:t>
    </dgm:pt>
    <dgm:pt modelId="{69F9661C-1228-4EA7-BF7F-15E759B077FA}">
      <dgm:prSet/>
      <dgm:spPr/>
      <dgm:t>
        <a:bodyPr/>
        <a:lstStyle/>
        <a:p>
          <a:r>
            <a:rPr lang="en-US" dirty="0"/>
            <a:t>2) Aditya Ingle</a:t>
          </a:r>
        </a:p>
      </dgm:t>
    </dgm:pt>
    <dgm:pt modelId="{7A23794A-9F80-414F-9FE8-C8A3A94E943A}" type="parTrans" cxnId="{2DD6772B-AAF3-4BCE-A164-6F298AFFDAC9}">
      <dgm:prSet/>
      <dgm:spPr/>
      <dgm:t>
        <a:bodyPr/>
        <a:lstStyle/>
        <a:p>
          <a:endParaRPr lang="en-US"/>
        </a:p>
      </dgm:t>
    </dgm:pt>
    <dgm:pt modelId="{A01C5661-E082-4A6E-955B-5F88ACE5980A}" type="sibTrans" cxnId="{2DD6772B-AAF3-4BCE-A164-6F298AFFDAC9}">
      <dgm:prSet/>
      <dgm:spPr/>
      <dgm:t>
        <a:bodyPr/>
        <a:lstStyle/>
        <a:p>
          <a:endParaRPr lang="en-US"/>
        </a:p>
      </dgm:t>
    </dgm:pt>
    <dgm:pt modelId="{0529F81A-9CE9-4789-AD9C-AC678C15D7D0}">
      <dgm:prSet/>
      <dgm:spPr/>
      <dgm:t>
        <a:bodyPr/>
        <a:lstStyle/>
        <a:p>
          <a:r>
            <a:rPr lang="en-US" dirty="0"/>
            <a:t>3) Hariom Badarkhe</a:t>
          </a:r>
        </a:p>
      </dgm:t>
    </dgm:pt>
    <dgm:pt modelId="{098DA463-A96E-4CBB-A3CE-24A01E775995}" type="parTrans" cxnId="{B13A113F-7F4B-4FC0-A0F1-4A86FEAD9ABE}">
      <dgm:prSet/>
      <dgm:spPr/>
      <dgm:t>
        <a:bodyPr/>
        <a:lstStyle/>
        <a:p>
          <a:endParaRPr lang="en-US"/>
        </a:p>
      </dgm:t>
    </dgm:pt>
    <dgm:pt modelId="{81555731-4D18-4D5A-8076-02638C67026C}" type="sibTrans" cxnId="{B13A113F-7F4B-4FC0-A0F1-4A86FEAD9ABE}">
      <dgm:prSet/>
      <dgm:spPr/>
      <dgm:t>
        <a:bodyPr/>
        <a:lstStyle/>
        <a:p>
          <a:endParaRPr lang="en-US"/>
        </a:p>
      </dgm:t>
    </dgm:pt>
    <dgm:pt modelId="{D2E5F7C6-05BD-4DA2-B3AA-C06E102329C2}" type="pres">
      <dgm:prSet presAssocID="{DC0DCACF-5063-4342-9D62-45240C453F11}" presName="linear" presStyleCnt="0">
        <dgm:presLayoutVars>
          <dgm:dir/>
          <dgm:animLvl val="lvl"/>
          <dgm:resizeHandles val="exact"/>
        </dgm:presLayoutVars>
      </dgm:prSet>
      <dgm:spPr/>
    </dgm:pt>
    <dgm:pt modelId="{2CB584AC-0BAE-4C4B-932D-32D43DEDC639}" type="pres">
      <dgm:prSet presAssocID="{66969D41-82A9-4B9A-8C5A-3D45973624FE}" presName="parentLin" presStyleCnt="0"/>
      <dgm:spPr/>
    </dgm:pt>
    <dgm:pt modelId="{F0002B6F-4F12-4E33-A3D2-6225784ABF32}" type="pres">
      <dgm:prSet presAssocID="{66969D41-82A9-4B9A-8C5A-3D45973624FE}" presName="parentLeftMargin" presStyleLbl="node1" presStyleIdx="0" presStyleCnt="4"/>
      <dgm:spPr/>
    </dgm:pt>
    <dgm:pt modelId="{D738A902-421E-47CD-9381-2AB422F42A79}" type="pres">
      <dgm:prSet presAssocID="{66969D41-82A9-4B9A-8C5A-3D45973624FE}" presName="parentText" presStyleLbl="node1" presStyleIdx="0" presStyleCnt="4">
        <dgm:presLayoutVars>
          <dgm:chMax val="0"/>
          <dgm:bulletEnabled val="1"/>
        </dgm:presLayoutVars>
      </dgm:prSet>
      <dgm:spPr/>
    </dgm:pt>
    <dgm:pt modelId="{8A79EA25-7D85-4989-8C96-B22729C55276}" type="pres">
      <dgm:prSet presAssocID="{66969D41-82A9-4B9A-8C5A-3D45973624FE}" presName="negativeSpace" presStyleCnt="0"/>
      <dgm:spPr/>
    </dgm:pt>
    <dgm:pt modelId="{7D0B074E-FF3C-40C9-9A2C-D52C88A9472B}" type="pres">
      <dgm:prSet presAssocID="{66969D41-82A9-4B9A-8C5A-3D45973624FE}" presName="childText" presStyleLbl="conFgAcc1" presStyleIdx="0" presStyleCnt="4">
        <dgm:presLayoutVars>
          <dgm:bulletEnabled val="1"/>
        </dgm:presLayoutVars>
      </dgm:prSet>
      <dgm:spPr/>
    </dgm:pt>
    <dgm:pt modelId="{61D08EC2-BDDC-4371-8E3A-59CC446C392E}" type="pres">
      <dgm:prSet presAssocID="{0D759B90-31EB-4A0A-B9AA-7A10BADBFBF0}" presName="spaceBetweenRectangles" presStyleCnt="0"/>
      <dgm:spPr/>
    </dgm:pt>
    <dgm:pt modelId="{6C6FE45E-043A-4D22-A37B-A693CEECE788}" type="pres">
      <dgm:prSet presAssocID="{8EA0319E-34CB-4F4E-B5B2-CBAAAEE79814}" presName="parentLin" presStyleCnt="0"/>
      <dgm:spPr/>
    </dgm:pt>
    <dgm:pt modelId="{1373E6EC-1835-4930-B373-BA205AC83564}" type="pres">
      <dgm:prSet presAssocID="{8EA0319E-34CB-4F4E-B5B2-CBAAAEE79814}" presName="parentLeftMargin" presStyleLbl="node1" presStyleIdx="0" presStyleCnt="4"/>
      <dgm:spPr/>
    </dgm:pt>
    <dgm:pt modelId="{BD019FD4-86A8-47FF-9483-F5BA690AFFB6}" type="pres">
      <dgm:prSet presAssocID="{8EA0319E-34CB-4F4E-B5B2-CBAAAEE79814}" presName="parentText" presStyleLbl="node1" presStyleIdx="1" presStyleCnt="4">
        <dgm:presLayoutVars>
          <dgm:chMax val="0"/>
          <dgm:bulletEnabled val="1"/>
        </dgm:presLayoutVars>
      </dgm:prSet>
      <dgm:spPr/>
    </dgm:pt>
    <dgm:pt modelId="{A6A72175-A1ED-48D1-8C84-4EA260078657}" type="pres">
      <dgm:prSet presAssocID="{8EA0319E-34CB-4F4E-B5B2-CBAAAEE79814}" presName="negativeSpace" presStyleCnt="0"/>
      <dgm:spPr/>
    </dgm:pt>
    <dgm:pt modelId="{4B49CF74-1C0C-4CE0-BC65-6AE1DD29C1BF}" type="pres">
      <dgm:prSet presAssocID="{8EA0319E-34CB-4F4E-B5B2-CBAAAEE79814}" presName="childText" presStyleLbl="conFgAcc1" presStyleIdx="1" presStyleCnt="4">
        <dgm:presLayoutVars>
          <dgm:bulletEnabled val="1"/>
        </dgm:presLayoutVars>
      </dgm:prSet>
      <dgm:spPr/>
    </dgm:pt>
    <dgm:pt modelId="{FA08CCE9-BF2B-4497-B078-A17EFB696F5C}" type="pres">
      <dgm:prSet presAssocID="{0836FB2D-B006-4B56-8DC8-72E4290C9E18}" presName="spaceBetweenRectangles" presStyleCnt="0"/>
      <dgm:spPr/>
    </dgm:pt>
    <dgm:pt modelId="{A7112A23-AC83-4EB1-B50F-CA9D794A519F}" type="pres">
      <dgm:prSet presAssocID="{69F9661C-1228-4EA7-BF7F-15E759B077FA}" presName="parentLin" presStyleCnt="0"/>
      <dgm:spPr/>
    </dgm:pt>
    <dgm:pt modelId="{A01CFB6D-7D83-4DB1-A2DC-373272F89300}" type="pres">
      <dgm:prSet presAssocID="{69F9661C-1228-4EA7-BF7F-15E759B077FA}" presName="parentLeftMargin" presStyleLbl="node1" presStyleIdx="1" presStyleCnt="4"/>
      <dgm:spPr/>
    </dgm:pt>
    <dgm:pt modelId="{1B4C91C0-CFDD-46F0-B4DB-76E43A348817}" type="pres">
      <dgm:prSet presAssocID="{69F9661C-1228-4EA7-BF7F-15E759B077FA}" presName="parentText" presStyleLbl="node1" presStyleIdx="2" presStyleCnt="4">
        <dgm:presLayoutVars>
          <dgm:chMax val="0"/>
          <dgm:bulletEnabled val="1"/>
        </dgm:presLayoutVars>
      </dgm:prSet>
      <dgm:spPr/>
    </dgm:pt>
    <dgm:pt modelId="{A5F5DC11-195B-41C0-810F-421042A12946}" type="pres">
      <dgm:prSet presAssocID="{69F9661C-1228-4EA7-BF7F-15E759B077FA}" presName="negativeSpace" presStyleCnt="0"/>
      <dgm:spPr/>
    </dgm:pt>
    <dgm:pt modelId="{7F2D14AA-30DD-47B4-92B2-7A10A498D8F8}" type="pres">
      <dgm:prSet presAssocID="{69F9661C-1228-4EA7-BF7F-15E759B077FA}" presName="childText" presStyleLbl="conFgAcc1" presStyleIdx="2" presStyleCnt="4">
        <dgm:presLayoutVars>
          <dgm:bulletEnabled val="1"/>
        </dgm:presLayoutVars>
      </dgm:prSet>
      <dgm:spPr/>
    </dgm:pt>
    <dgm:pt modelId="{4BC79CE7-517F-4B70-8A9E-0510386812C6}" type="pres">
      <dgm:prSet presAssocID="{A01C5661-E082-4A6E-955B-5F88ACE5980A}" presName="spaceBetweenRectangles" presStyleCnt="0"/>
      <dgm:spPr/>
    </dgm:pt>
    <dgm:pt modelId="{6B92EA27-0666-4193-99DE-1FF4F6371D80}" type="pres">
      <dgm:prSet presAssocID="{0529F81A-9CE9-4789-AD9C-AC678C15D7D0}" presName="parentLin" presStyleCnt="0"/>
      <dgm:spPr/>
    </dgm:pt>
    <dgm:pt modelId="{4873EA30-75B8-4519-B78F-92F1FE4CBA9F}" type="pres">
      <dgm:prSet presAssocID="{0529F81A-9CE9-4789-AD9C-AC678C15D7D0}" presName="parentLeftMargin" presStyleLbl="node1" presStyleIdx="2" presStyleCnt="4"/>
      <dgm:spPr/>
    </dgm:pt>
    <dgm:pt modelId="{90AF5525-B4D9-4A1D-B02B-C93B0005CDCD}" type="pres">
      <dgm:prSet presAssocID="{0529F81A-9CE9-4789-AD9C-AC678C15D7D0}" presName="parentText" presStyleLbl="node1" presStyleIdx="3" presStyleCnt="4">
        <dgm:presLayoutVars>
          <dgm:chMax val="0"/>
          <dgm:bulletEnabled val="1"/>
        </dgm:presLayoutVars>
      </dgm:prSet>
      <dgm:spPr/>
    </dgm:pt>
    <dgm:pt modelId="{75CC2774-2BDD-4E52-8ACD-14C51F52CAC7}" type="pres">
      <dgm:prSet presAssocID="{0529F81A-9CE9-4789-AD9C-AC678C15D7D0}" presName="negativeSpace" presStyleCnt="0"/>
      <dgm:spPr/>
    </dgm:pt>
    <dgm:pt modelId="{B8BE9F93-7699-4BD4-9852-8A467E94B339}" type="pres">
      <dgm:prSet presAssocID="{0529F81A-9CE9-4789-AD9C-AC678C15D7D0}" presName="childText" presStyleLbl="conFgAcc1" presStyleIdx="3" presStyleCnt="4">
        <dgm:presLayoutVars>
          <dgm:bulletEnabled val="1"/>
        </dgm:presLayoutVars>
      </dgm:prSet>
      <dgm:spPr/>
    </dgm:pt>
  </dgm:ptLst>
  <dgm:cxnLst>
    <dgm:cxn modelId="{745D5A02-3BDF-4090-829C-CB3B486B271E}" type="presOf" srcId="{69F9661C-1228-4EA7-BF7F-15E759B077FA}" destId="{1B4C91C0-CFDD-46F0-B4DB-76E43A348817}" srcOrd="1" destOrd="0" presId="urn:microsoft.com/office/officeart/2005/8/layout/list1"/>
    <dgm:cxn modelId="{2DD6772B-AAF3-4BCE-A164-6F298AFFDAC9}" srcId="{DC0DCACF-5063-4342-9D62-45240C453F11}" destId="{69F9661C-1228-4EA7-BF7F-15E759B077FA}" srcOrd="2" destOrd="0" parTransId="{7A23794A-9F80-414F-9FE8-C8A3A94E943A}" sibTransId="{A01C5661-E082-4A6E-955B-5F88ACE5980A}"/>
    <dgm:cxn modelId="{3B5E6F2C-425E-45F7-9816-456FF3374556}" srcId="{DC0DCACF-5063-4342-9D62-45240C453F11}" destId="{66969D41-82A9-4B9A-8C5A-3D45973624FE}" srcOrd="0" destOrd="0" parTransId="{236A6C4B-CE6E-4E08-BB3E-95BD5E184AB6}" sibTransId="{0D759B90-31EB-4A0A-B9AA-7A10BADBFBF0}"/>
    <dgm:cxn modelId="{E3B83233-28F0-456E-B44E-F7C54F3CE5F1}" type="presOf" srcId="{0529F81A-9CE9-4789-AD9C-AC678C15D7D0}" destId="{4873EA30-75B8-4519-B78F-92F1FE4CBA9F}" srcOrd="0" destOrd="0" presId="urn:microsoft.com/office/officeart/2005/8/layout/list1"/>
    <dgm:cxn modelId="{6063943D-D0B2-4DD1-AE16-9F2BB588B4F8}" srcId="{DC0DCACF-5063-4342-9D62-45240C453F11}" destId="{8EA0319E-34CB-4F4E-B5B2-CBAAAEE79814}" srcOrd="1" destOrd="0" parTransId="{F092F444-5A69-4B31-9909-FFA5EAA2127D}" sibTransId="{0836FB2D-B006-4B56-8DC8-72E4290C9E18}"/>
    <dgm:cxn modelId="{B13A113F-7F4B-4FC0-A0F1-4A86FEAD9ABE}" srcId="{DC0DCACF-5063-4342-9D62-45240C453F11}" destId="{0529F81A-9CE9-4789-AD9C-AC678C15D7D0}" srcOrd="3" destOrd="0" parTransId="{098DA463-A96E-4CBB-A3CE-24A01E775995}" sibTransId="{81555731-4D18-4D5A-8076-02638C67026C}"/>
    <dgm:cxn modelId="{BF536C5B-0333-4972-B1DA-A449CC25E9FF}" type="presOf" srcId="{69F9661C-1228-4EA7-BF7F-15E759B077FA}" destId="{A01CFB6D-7D83-4DB1-A2DC-373272F89300}" srcOrd="0" destOrd="0" presId="urn:microsoft.com/office/officeart/2005/8/layout/list1"/>
    <dgm:cxn modelId="{7ACF6347-A5E5-4294-9D04-2F8F748C8877}" type="presOf" srcId="{66969D41-82A9-4B9A-8C5A-3D45973624FE}" destId="{F0002B6F-4F12-4E33-A3D2-6225784ABF32}" srcOrd="0" destOrd="0" presId="urn:microsoft.com/office/officeart/2005/8/layout/list1"/>
    <dgm:cxn modelId="{3A93758A-C0CF-4A53-8FBB-0BDDE1970A82}" type="presOf" srcId="{DC0DCACF-5063-4342-9D62-45240C453F11}" destId="{D2E5F7C6-05BD-4DA2-B3AA-C06E102329C2}" srcOrd="0" destOrd="0" presId="urn:microsoft.com/office/officeart/2005/8/layout/list1"/>
    <dgm:cxn modelId="{C572FFB0-38C1-4895-8FC4-1FDA0574646D}" type="presOf" srcId="{8EA0319E-34CB-4F4E-B5B2-CBAAAEE79814}" destId="{1373E6EC-1835-4930-B373-BA205AC83564}" srcOrd="0" destOrd="0" presId="urn:microsoft.com/office/officeart/2005/8/layout/list1"/>
    <dgm:cxn modelId="{36707BC5-673C-4ACB-B831-EF4243326BA9}" type="presOf" srcId="{66969D41-82A9-4B9A-8C5A-3D45973624FE}" destId="{D738A902-421E-47CD-9381-2AB422F42A79}" srcOrd="1" destOrd="0" presId="urn:microsoft.com/office/officeart/2005/8/layout/list1"/>
    <dgm:cxn modelId="{4B89E0DC-0789-458A-860F-58185A60C276}" type="presOf" srcId="{8EA0319E-34CB-4F4E-B5B2-CBAAAEE79814}" destId="{BD019FD4-86A8-47FF-9483-F5BA690AFFB6}" srcOrd="1" destOrd="0" presId="urn:microsoft.com/office/officeart/2005/8/layout/list1"/>
    <dgm:cxn modelId="{998F0FE5-FB8C-499F-AB0B-A6CD8126A84A}" type="presOf" srcId="{0529F81A-9CE9-4789-AD9C-AC678C15D7D0}" destId="{90AF5525-B4D9-4A1D-B02B-C93B0005CDCD}" srcOrd="1" destOrd="0" presId="urn:microsoft.com/office/officeart/2005/8/layout/list1"/>
    <dgm:cxn modelId="{B567E185-3130-46AA-A62A-7421C6FFC872}" type="presParOf" srcId="{D2E5F7C6-05BD-4DA2-B3AA-C06E102329C2}" destId="{2CB584AC-0BAE-4C4B-932D-32D43DEDC639}" srcOrd="0" destOrd="0" presId="urn:microsoft.com/office/officeart/2005/8/layout/list1"/>
    <dgm:cxn modelId="{79FC5DF0-81AA-4BF8-9FEE-EC598DFC3F39}" type="presParOf" srcId="{2CB584AC-0BAE-4C4B-932D-32D43DEDC639}" destId="{F0002B6F-4F12-4E33-A3D2-6225784ABF32}" srcOrd="0" destOrd="0" presId="urn:microsoft.com/office/officeart/2005/8/layout/list1"/>
    <dgm:cxn modelId="{B5DED563-8086-4834-A230-0DC9C46F07A8}" type="presParOf" srcId="{2CB584AC-0BAE-4C4B-932D-32D43DEDC639}" destId="{D738A902-421E-47CD-9381-2AB422F42A79}" srcOrd="1" destOrd="0" presId="urn:microsoft.com/office/officeart/2005/8/layout/list1"/>
    <dgm:cxn modelId="{D11F6DB3-A7BF-40B3-A522-F0E7D718ACD5}" type="presParOf" srcId="{D2E5F7C6-05BD-4DA2-B3AA-C06E102329C2}" destId="{8A79EA25-7D85-4989-8C96-B22729C55276}" srcOrd="1" destOrd="0" presId="urn:microsoft.com/office/officeart/2005/8/layout/list1"/>
    <dgm:cxn modelId="{93F33BA2-7550-46A2-AD15-22A4CA2D02DC}" type="presParOf" srcId="{D2E5F7C6-05BD-4DA2-B3AA-C06E102329C2}" destId="{7D0B074E-FF3C-40C9-9A2C-D52C88A9472B}" srcOrd="2" destOrd="0" presId="urn:microsoft.com/office/officeart/2005/8/layout/list1"/>
    <dgm:cxn modelId="{B30B4891-9262-4E33-B9C3-91C8707F5EE8}" type="presParOf" srcId="{D2E5F7C6-05BD-4DA2-B3AA-C06E102329C2}" destId="{61D08EC2-BDDC-4371-8E3A-59CC446C392E}" srcOrd="3" destOrd="0" presId="urn:microsoft.com/office/officeart/2005/8/layout/list1"/>
    <dgm:cxn modelId="{1783FA66-4A92-4FAF-AA31-E94FCFD84314}" type="presParOf" srcId="{D2E5F7C6-05BD-4DA2-B3AA-C06E102329C2}" destId="{6C6FE45E-043A-4D22-A37B-A693CEECE788}" srcOrd="4" destOrd="0" presId="urn:microsoft.com/office/officeart/2005/8/layout/list1"/>
    <dgm:cxn modelId="{9D72C5E0-FD89-4EF7-90F4-88D1E4AFF0DF}" type="presParOf" srcId="{6C6FE45E-043A-4D22-A37B-A693CEECE788}" destId="{1373E6EC-1835-4930-B373-BA205AC83564}" srcOrd="0" destOrd="0" presId="urn:microsoft.com/office/officeart/2005/8/layout/list1"/>
    <dgm:cxn modelId="{141A7064-0F5C-4433-B077-544964770366}" type="presParOf" srcId="{6C6FE45E-043A-4D22-A37B-A693CEECE788}" destId="{BD019FD4-86A8-47FF-9483-F5BA690AFFB6}" srcOrd="1" destOrd="0" presId="urn:microsoft.com/office/officeart/2005/8/layout/list1"/>
    <dgm:cxn modelId="{FA821503-F8DA-4B1B-90A2-9FE5138BEB24}" type="presParOf" srcId="{D2E5F7C6-05BD-4DA2-B3AA-C06E102329C2}" destId="{A6A72175-A1ED-48D1-8C84-4EA260078657}" srcOrd="5" destOrd="0" presId="urn:microsoft.com/office/officeart/2005/8/layout/list1"/>
    <dgm:cxn modelId="{D4F283C7-D375-4B9B-A0C6-AF2B57A8A0F8}" type="presParOf" srcId="{D2E5F7C6-05BD-4DA2-B3AA-C06E102329C2}" destId="{4B49CF74-1C0C-4CE0-BC65-6AE1DD29C1BF}" srcOrd="6" destOrd="0" presId="urn:microsoft.com/office/officeart/2005/8/layout/list1"/>
    <dgm:cxn modelId="{D10B2EAB-616E-4B08-8585-AD7FA367A875}" type="presParOf" srcId="{D2E5F7C6-05BD-4DA2-B3AA-C06E102329C2}" destId="{FA08CCE9-BF2B-4497-B078-A17EFB696F5C}" srcOrd="7" destOrd="0" presId="urn:microsoft.com/office/officeart/2005/8/layout/list1"/>
    <dgm:cxn modelId="{AE68D403-45A8-4BBC-80CF-35563C9F242A}" type="presParOf" srcId="{D2E5F7C6-05BD-4DA2-B3AA-C06E102329C2}" destId="{A7112A23-AC83-4EB1-B50F-CA9D794A519F}" srcOrd="8" destOrd="0" presId="urn:microsoft.com/office/officeart/2005/8/layout/list1"/>
    <dgm:cxn modelId="{8A0F91FB-10CD-4798-9D19-14A3E56EA1E4}" type="presParOf" srcId="{A7112A23-AC83-4EB1-B50F-CA9D794A519F}" destId="{A01CFB6D-7D83-4DB1-A2DC-373272F89300}" srcOrd="0" destOrd="0" presId="urn:microsoft.com/office/officeart/2005/8/layout/list1"/>
    <dgm:cxn modelId="{CD63D25D-9CFF-4F09-82B1-C6369E8776B6}" type="presParOf" srcId="{A7112A23-AC83-4EB1-B50F-CA9D794A519F}" destId="{1B4C91C0-CFDD-46F0-B4DB-76E43A348817}" srcOrd="1" destOrd="0" presId="urn:microsoft.com/office/officeart/2005/8/layout/list1"/>
    <dgm:cxn modelId="{040392DC-0D96-44DD-B41C-8726CF2FAAD9}" type="presParOf" srcId="{D2E5F7C6-05BD-4DA2-B3AA-C06E102329C2}" destId="{A5F5DC11-195B-41C0-810F-421042A12946}" srcOrd="9" destOrd="0" presId="urn:microsoft.com/office/officeart/2005/8/layout/list1"/>
    <dgm:cxn modelId="{C1F27B85-262A-43A2-A2E5-D5FB0E3A0F88}" type="presParOf" srcId="{D2E5F7C6-05BD-4DA2-B3AA-C06E102329C2}" destId="{7F2D14AA-30DD-47B4-92B2-7A10A498D8F8}" srcOrd="10" destOrd="0" presId="urn:microsoft.com/office/officeart/2005/8/layout/list1"/>
    <dgm:cxn modelId="{37E98390-398F-44B9-841A-2B3057E3A8BA}" type="presParOf" srcId="{D2E5F7C6-05BD-4DA2-B3AA-C06E102329C2}" destId="{4BC79CE7-517F-4B70-8A9E-0510386812C6}" srcOrd="11" destOrd="0" presId="urn:microsoft.com/office/officeart/2005/8/layout/list1"/>
    <dgm:cxn modelId="{A6EB08BE-C437-45D1-B4FE-3C8B32FACA5F}" type="presParOf" srcId="{D2E5F7C6-05BD-4DA2-B3AA-C06E102329C2}" destId="{6B92EA27-0666-4193-99DE-1FF4F6371D80}" srcOrd="12" destOrd="0" presId="urn:microsoft.com/office/officeart/2005/8/layout/list1"/>
    <dgm:cxn modelId="{E793AEDA-7276-44D3-B051-FF21299F98D3}" type="presParOf" srcId="{6B92EA27-0666-4193-99DE-1FF4F6371D80}" destId="{4873EA30-75B8-4519-B78F-92F1FE4CBA9F}" srcOrd="0" destOrd="0" presId="urn:microsoft.com/office/officeart/2005/8/layout/list1"/>
    <dgm:cxn modelId="{B9DD4A83-07D8-4D29-9E76-EEF5D01957C4}" type="presParOf" srcId="{6B92EA27-0666-4193-99DE-1FF4F6371D80}" destId="{90AF5525-B4D9-4A1D-B02B-C93B0005CDCD}" srcOrd="1" destOrd="0" presId="urn:microsoft.com/office/officeart/2005/8/layout/list1"/>
    <dgm:cxn modelId="{A6010360-8DC7-43E5-B247-5394301C2446}" type="presParOf" srcId="{D2E5F7C6-05BD-4DA2-B3AA-C06E102329C2}" destId="{75CC2774-2BDD-4E52-8ACD-14C51F52CAC7}" srcOrd="13" destOrd="0" presId="urn:microsoft.com/office/officeart/2005/8/layout/list1"/>
    <dgm:cxn modelId="{B74F0BCA-9A0F-418A-9082-E9D07FE6FB92}" type="presParOf" srcId="{D2E5F7C6-05BD-4DA2-B3AA-C06E102329C2}" destId="{B8BE9F93-7699-4BD4-9852-8A467E94B339}"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83B9B7-B19A-4CF1-9EA8-7A9EC647D38E}">
      <dsp:nvSpPr>
        <dsp:cNvPr id="0" name=""/>
        <dsp:cNvSpPr/>
      </dsp:nvSpPr>
      <dsp:spPr>
        <a:xfrm>
          <a:off x="0" y="53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8B4372-2F47-4B45-9128-5BCC35945EEF}">
      <dsp:nvSpPr>
        <dsp:cNvPr id="0" name=""/>
        <dsp:cNvSpPr/>
      </dsp:nvSpPr>
      <dsp:spPr>
        <a:xfrm>
          <a:off x="0" y="53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Introduction to B+ trees</a:t>
          </a:r>
        </a:p>
      </dsp:txBody>
      <dsp:txXfrm>
        <a:off x="0" y="531"/>
        <a:ext cx="10515600" cy="870055"/>
      </dsp:txXfrm>
    </dsp:sp>
    <dsp:sp modelId="{11E0B85C-B00B-4F97-B983-148D64503354}">
      <dsp:nvSpPr>
        <dsp:cNvPr id="0" name=""/>
        <dsp:cNvSpPr/>
      </dsp:nvSpPr>
      <dsp:spPr>
        <a:xfrm>
          <a:off x="0" y="870586"/>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1DCA45-68A4-4BAE-94B8-2B8640DC4EE8}">
      <dsp:nvSpPr>
        <dsp:cNvPr id="0" name=""/>
        <dsp:cNvSpPr/>
      </dsp:nvSpPr>
      <dsp:spPr>
        <a:xfrm>
          <a:off x="0" y="87058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Searching on B+ trees</a:t>
          </a:r>
        </a:p>
      </dsp:txBody>
      <dsp:txXfrm>
        <a:off x="0" y="870586"/>
        <a:ext cx="10515600" cy="870055"/>
      </dsp:txXfrm>
    </dsp:sp>
    <dsp:sp modelId="{C1172284-0297-41B1-9182-7CCFA9EF74F5}">
      <dsp:nvSpPr>
        <dsp:cNvPr id="0" name=""/>
        <dsp:cNvSpPr/>
      </dsp:nvSpPr>
      <dsp:spPr>
        <a:xfrm>
          <a:off x="0" y="174064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CA65BD-B099-41A4-A2C5-EBC6C3362B47}">
      <dsp:nvSpPr>
        <dsp:cNvPr id="0" name=""/>
        <dsp:cNvSpPr/>
      </dsp:nvSpPr>
      <dsp:spPr>
        <a:xfrm>
          <a:off x="0" y="174064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Insertion on B+ trees</a:t>
          </a:r>
        </a:p>
      </dsp:txBody>
      <dsp:txXfrm>
        <a:off x="0" y="1740641"/>
        <a:ext cx="10515600" cy="870055"/>
      </dsp:txXfrm>
    </dsp:sp>
    <dsp:sp modelId="{5EAD4BAB-5E58-49CA-9FDA-4E622A4E8479}">
      <dsp:nvSpPr>
        <dsp:cNvPr id="0" name=""/>
        <dsp:cNvSpPr/>
      </dsp:nvSpPr>
      <dsp:spPr>
        <a:xfrm>
          <a:off x="0" y="2610696"/>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5600BA-541B-4E76-BD37-D48CD6497EEE}">
      <dsp:nvSpPr>
        <dsp:cNvPr id="0" name=""/>
        <dsp:cNvSpPr/>
      </dsp:nvSpPr>
      <dsp:spPr>
        <a:xfrm>
          <a:off x="0" y="261069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Deletion on B+ trees</a:t>
          </a:r>
        </a:p>
      </dsp:txBody>
      <dsp:txXfrm>
        <a:off x="0" y="2610696"/>
        <a:ext cx="10515600" cy="870055"/>
      </dsp:txXfrm>
    </dsp:sp>
    <dsp:sp modelId="{93855892-3920-4986-8063-BEBAE77C030C}">
      <dsp:nvSpPr>
        <dsp:cNvPr id="0" name=""/>
        <dsp:cNvSpPr/>
      </dsp:nvSpPr>
      <dsp:spPr>
        <a:xfrm>
          <a:off x="0" y="348075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B4C24F-35C8-465C-8020-50129951AE86}">
      <dsp:nvSpPr>
        <dsp:cNvPr id="0" name=""/>
        <dsp:cNvSpPr/>
      </dsp:nvSpPr>
      <dsp:spPr>
        <a:xfrm>
          <a:off x="0" y="348075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References</a:t>
          </a:r>
        </a:p>
      </dsp:txBody>
      <dsp:txXfrm>
        <a:off x="0" y="3480751"/>
        <a:ext cx="10515600" cy="8700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A5FAAE-3091-48A3-B507-E7EA78A2EA7F}">
      <dsp:nvSpPr>
        <dsp:cNvPr id="0" name=""/>
        <dsp:cNvSpPr/>
      </dsp:nvSpPr>
      <dsp:spPr>
        <a:xfrm>
          <a:off x="2103120" y="382"/>
          <a:ext cx="8412480" cy="211192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3225" tIns="536430" rIns="163225" bIns="536430" numCol="1" spcCol="1270" anchor="t" anchorCtr="0">
          <a:noAutofit/>
        </a:bodyPr>
        <a:lstStyle/>
        <a:p>
          <a:pPr marL="0" lvl="0" indent="0" algn="l" defTabSz="1022350">
            <a:lnSpc>
              <a:spcPct val="90000"/>
            </a:lnSpc>
            <a:spcBef>
              <a:spcPct val="0"/>
            </a:spcBef>
            <a:spcAft>
              <a:spcPct val="35000"/>
            </a:spcAft>
            <a:buNone/>
          </a:pPr>
          <a:r>
            <a:rPr lang="en-US" sz="2300" kern="1200"/>
            <a:t>Case I</a:t>
          </a:r>
        </a:p>
        <a:p>
          <a:pPr marL="171450" lvl="1" indent="-171450" algn="l" defTabSz="800100">
            <a:lnSpc>
              <a:spcPct val="90000"/>
            </a:lnSpc>
            <a:spcBef>
              <a:spcPct val="0"/>
            </a:spcBef>
            <a:spcAft>
              <a:spcPct val="15000"/>
            </a:spcAft>
            <a:buChar char="•"/>
          </a:pPr>
          <a:r>
            <a:rPr lang="en-US" sz="1800" kern="1200"/>
            <a:t>If the leaf is not full, insert the key into the leaf node in increasing order.</a:t>
          </a:r>
        </a:p>
      </dsp:txBody>
      <dsp:txXfrm>
        <a:off x="2103120" y="382"/>
        <a:ext cx="8412480" cy="2111928"/>
      </dsp:txXfrm>
    </dsp:sp>
    <dsp:sp modelId="{3C0CF9A1-59C0-40AA-BBC3-E907B12C2D4D}">
      <dsp:nvSpPr>
        <dsp:cNvPr id="0" name=""/>
        <dsp:cNvSpPr/>
      </dsp:nvSpPr>
      <dsp:spPr>
        <a:xfrm>
          <a:off x="0" y="382"/>
          <a:ext cx="2103120" cy="2111928"/>
        </a:xfrm>
        <a:prstGeom prst="rect">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1290" tIns="208612" rIns="111290" bIns="208612" numCol="1" spcCol="1270" anchor="ctr" anchorCtr="0">
          <a:noAutofit/>
        </a:bodyPr>
        <a:lstStyle/>
        <a:p>
          <a:pPr marL="0" lvl="0" indent="0" algn="ctr" defTabSz="1244600">
            <a:lnSpc>
              <a:spcPct val="90000"/>
            </a:lnSpc>
            <a:spcBef>
              <a:spcPct val="0"/>
            </a:spcBef>
            <a:spcAft>
              <a:spcPct val="35000"/>
            </a:spcAft>
            <a:buNone/>
          </a:pPr>
          <a:r>
            <a:rPr lang="en-US" sz="2800" kern="1200"/>
            <a:t>Case</a:t>
          </a:r>
        </a:p>
      </dsp:txBody>
      <dsp:txXfrm>
        <a:off x="0" y="382"/>
        <a:ext cx="2103120" cy="2111928"/>
      </dsp:txXfrm>
    </dsp:sp>
    <dsp:sp modelId="{F8373629-C170-4F68-A97A-D5691D1349F1}">
      <dsp:nvSpPr>
        <dsp:cNvPr id="0" name=""/>
        <dsp:cNvSpPr/>
      </dsp:nvSpPr>
      <dsp:spPr>
        <a:xfrm>
          <a:off x="2103120" y="2239026"/>
          <a:ext cx="8412480" cy="2111928"/>
        </a:xfrm>
        <a:prstGeom prst="rect">
          <a:avLst/>
        </a:prstGeom>
        <a:gradFill rotWithShape="0">
          <a:gsLst>
            <a:gs pos="0">
              <a:schemeClr val="accent2">
                <a:hueOff val="15836556"/>
                <a:satOff val="-19357"/>
                <a:lumOff val="8236"/>
                <a:alphaOff val="0"/>
                <a:satMod val="103000"/>
                <a:lumMod val="102000"/>
                <a:tint val="94000"/>
              </a:schemeClr>
            </a:gs>
            <a:gs pos="50000">
              <a:schemeClr val="accent2">
                <a:hueOff val="15836556"/>
                <a:satOff val="-19357"/>
                <a:lumOff val="8236"/>
                <a:alphaOff val="0"/>
                <a:satMod val="110000"/>
                <a:lumMod val="100000"/>
                <a:shade val="100000"/>
              </a:schemeClr>
            </a:gs>
            <a:gs pos="100000">
              <a:schemeClr val="accent2">
                <a:hueOff val="15836556"/>
                <a:satOff val="-19357"/>
                <a:lumOff val="8236"/>
                <a:alphaOff val="0"/>
                <a:lumMod val="99000"/>
                <a:satMod val="120000"/>
                <a:shade val="78000"/>
              </a:schemeClr>
            </a:gs>
          </a:gsLst>
          <a:lin ang="5400000" scaled="0"/>
        </a:gradFill>
        <a:ln w="6350" cap="flat" cmpd="sng" algn="ctr">
          <a:solidFill>
            <a:schemeClr val="accent2">
              <a:hueOff val="15836556"/>
              <a:satOff val="-19357"/>
              <a:lumOff val="823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63225" tIns="536430" rIns="163225" bIns="536430" numCol="1" spcCol="1270" anchor="t" anchorCtr="0">
          <a:noAutofit/>
        </a:bodyPr>
        <a:lstStyle/>
        <a:p>
          <a:pPr marL="0" lvl="0" indent="0" algn="l" defTabSz="1022350">
            <a:lnSpc>
              <a:spcPct val="90000"/>
            </a:lnSpc>
            <a:spcBef>
              <a:spcPct val="0"/>
            </a:spcBef>
            <a:spcAft>
              <a:spcPct val="35000"/>
            </a:spcAft>
            <a:buNone/>
          </a:pPr>
          <a:r>
            <a:rPr lang="en-US" sz="2300" kern="1200"/>
            <a:t>Case II</a:t>
          </a:r>
        </a:p>
        <a:p>
          <a:pPr marL="171450" lvl="1" indent="-171450" algn="l" defTabSz="800100">
            <a:lnSpc>
              <a:spcPct val="90000"/>
            </a:lnSpc>
            <a:spcBef>
              <a:spcPct val="0"/>
            </a:spcBef>
            <a:spcAft>
              <a:spcPct val="15000"/>
            </a:spcAft>
            <a:buChar char="•"/>
          </a:pPr>
          <a:r>
            <a:rPr lang="en-US" sz="1800" kern="1200"/>
            <a:t>If the leaf is full, insert the key into the leaf node in increasing order and balance the tree in the following way.</a:t>
          </a:r>
        </a:p>
      </dsp:txBody>
      <dsp:txXfrm>
        <a:off x="2103120" y="2239026"/>
        <a:ext cx="8412480" cy="2111928"/>
      </dsp:txXfrm>
    </dsp:sp>
    <dsp:sp modelId="{14717574-9251-4AB6-B027-3A029730F946}">
      <dsp:nvSpPr>
        <dsp:cNvPr id="0" name=""/>
        <dsp:cNvSpPr/>
      </dsp:nvSpPr>
      <dsp:spPr>
        <a:xfrm>
          <a:off x="0" y="2239026"/>
          <a:ext cx="2103120" cy="2111928"/>
        </a:xfrm>
        <a:prstGeom prst="rect">
          <a:avLst/>
        </a:prstGeom>
        <a:solidFill>
          <a:schemeClr val="lt1">
            <a:hueOff val="0"/>
            <a:satOff val="0"/>
            <a:lumOff val="0"/>
            <a:alphaOff val="0"/>
          </a:schemeClr>
        </a:solidFill>
        <a:ln w="6350" cap="flat" cmpd="sng" algn="ctr">
          <a:solidFill>
            <a:schemeClr val="accent2">
              <a:hueOff val="15836556"/>
              <a:satOff val="-19357"/>
              <a:lumOff val="8236"/>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1290" tIns="208612" rIns="111290" bIns="208612" numCol="1" spcCol="1270" anchor="ctr" anchorCtr="0">
          <a:noAutofit/>
        </a:bodyPr>
        <a:lstStyle/>
        <a:p>
          <a:pPr marL="0" lvl="0" indent="0" algn="ctr" defTabSz="1244600">
            <a:lnSpc>
              <a:spcPct val="90000"/>
            </a:lnSpc>
            <a:spcBef>
              <a:spcPct val="0"/>
            </a:spcBef>
            <a:spcAft>
              <a:spcPct val="35000"/>
            </a:spcAft>
            <a:buNone/>
          </a:pPr>
          <a:r>
            <a:rPr lang="en-US" sz="2800" kern="1200"/>
            <a:t>Case</a:t>
          </a:r>
        </a:p>
      </dsp:txBody>
      <dsp:txXfrm>
        <a:off x="0" y="2239026"/>
        <a:ext cx="2103120" cy="21119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0B074E-FF3C-40C9-9A2C-D52C88A9472B}">
      <dsp:nvSpPr>
        <dsp:cNvPr id="0" name=""/>
        <dsp:cNvSpPr/>
      </dsp:nvSpPr>
      <dsp:spPr>
        <a:xfrm>
          <a:off x="0" y="678572"/>
          <a:ext cx="6172199"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38A902-421E-47CD-9381-2AB422F42A79}">
      <dsp:nvSpPr>
        <dsp:cNvPr id="0" name=""/>
        <dsp:cNvSpPr/>
      </dsp:nvSpPr>
      <dsp:spPr>
        <a:xfrm>
          <a:off x="308610" y="324332"/>
          <a:ext cx="4320540" cy="708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306" tIns="0" rIns="163306" bIns="0" numCol="1" spcCol="1270" anchor="ctr" anchorCtr="0">
          <a:noAutofit/>
        </a:bodyPr>
        <a:lstStyle/>
        <a:p>
          <a:pPr marL="0" lvl="0" indent="0" algn="l" defTabSz="1066800">
            <a:lnSpc>
              <a:spcPct val="90000"/>
            </a:lnSpc>
            <a:spcBef>
              <a:spcPct val="0"/>
            </a:spcBef>
            <a:spcAft>
              <a:spcPct val="35000"/>
            </a:spcAft>
            <a:buNone/>
          </a:pPr>
          <a:r>
            <a:rPr lang="en-US" sz="2400" kern="1200"/>
            <a:t>Project and Presentation by </a:t>
          </a:r>
        </a:p>
      </dsp:txBody>
      <dsp:txXfrm>
        <a:off x="343195" y="358917"/>
        <a:ext cx="4251370" cy="639310"/>
      </dsp:txXfrm>
    </dsp:sp>
    <dsp:sp modelId="{4B49CF74-1C0C-4CE0-BC65-6AE1DD29C1BF}">
      <dsp:nvSpPr>
        <dsp:cNvPr id="0" name=""/>
        <dsp:cNvSpPr/>
      </dsp:nvSpPr>
      <dsp:spPr>
        <a:xfrm>
          <a:off x="0" y="1767212"/>
          <a:ext cx="6172199"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019FD4-86A8-47FF-9483-F5BA690AFFB6}">
      <dsp:nvSpPr>
        <dsp:cNvPr id="0" name=""/>
        <dsp:cNvSpPr/>
      </dsp:nvSpPr>
      <dsp:spPr>
        <a:xfrm>
          <a:off x="308610" y="1412972"/>
          <a:ext cx="4320540" cy="708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306" tIns="0" rIns="163306" bIns="0" numCol="1" spcCol="1270" anchor="ctr" anchorCtr="0">
          <a:noAutofit/>
        </a:bodyPr>
        <a:lstStyle/>
        <a:p>
          <a:pPr marL="0" lvl="0" indent="0" algn="l" defTabSz="1066800">
            <a:lnSpc>
              <a:spcPct val="90000"/>
            </a:lnSpc>
            <a:spcBef>
              <a:spcPct val="0"/>
            </a:spcBef>
            <a:spcAft>
              <a:spcPct val="35000"/>
            </a:spcAft>
            <a:buNone/>
          </a:pPr>
          <a:r>
            <a:rPr lang="en-US" sz="2400" kern="1200" dirty="0"/>
            <a:t>1) Dhananjay </a:t>
          </a:r>
          <a:r>
            <a:rPr lang="en-US" sz="2400" kern="1200" dirty="0" err="1"/>
            <a:t>Kokate</a:t>
          </a:r>
          <a:endParaRPr lang="en-US" sz="2400" kern="1200" dirty="0"/>
        </a:p>
      </dsp:txBody>
      <dsp:txXfrm>
        <a:off x="343195" y="1447557"/>
        <a:ext cx="4251370" cy="639310"/>
      </dsp:txXfrm>
    </dsp:sp>
    <dsp:sp modelId="{7F2D14AA-30DD-47B4-92B2-7A10A498D8F8}">
      <dsp:nvSpPr>
        <dsp:cNvPr id="0" name=""/>
        <dsp:cNvSpPr/>
      </dsp:nvSpPr>
      <dsp:spPr>
        <a:xfrm>
          <a:off x="0" y="2855852"/>
          <a:ext cx="6172199"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B4C91C0-CFDD-46F0-B4DB-76E43A348817}">
      <dsp:nvSpPr>
        <dsp:cNvPr id="0" name=""/>
        <dsp:cNvSpPr/>
      </dsp:nvSpPr>
      <dsp:spPr>
        <a:xfrm>
          <a:off x="308610" y="2501612"/>
          <a:ext cx="4320540" cy="708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306" tIns="0" rIns="163306" bIns="0" numCol="1" spcCol="1270" anchor="ctr" anchorCtr="0">
          <a:noAutofit/>
        </a:bodyPr>
        <a:lstStyle/>
        <a:p>
          <a:pPr marL="0" lvl="0" indent="0" algn="l" defTabSz="1066800">
            <a:lnSpc>
              <a:spcPct val="90000"/>
            </a:lnSpc>
            <a:spcBef>
              <a:spcPct val="0"/>
            </a:spcBef>
            <a:spcAft>
              <a:spcPct val="35000"/>
            </a:spcAft>
            <a:buNone/>
          </a:pPr>
          <a:r>
            <a:rPr lang="en-US" sz="2400" kern="1200" dirty="0"/>
            <a:t>2) Aditya Ingle</a:t>
          </a:r>
        </a:p>
      </dsp:txBody>
      <dsp:txXfrm>
        <a:off x="343195" y="2536197"/>
        <a:ext cx="4251370" cy="639310"/>
      </dsp:txXfrm>
    </dsp:sp>
    <dsp:sp modelId="{B8BE9F93-7699-4BD4-9852-8A467E94B339}">
      <dsp:nvSpPr>
        <dsp:cNvPr id="0" name=""/>
        <dsp:cNvSpPr/>
      </dsp:nvSpPr>
      <dsp:spPr>
        <a:xfrm>
          <a:off x="0" y="3944492"/>
          <a:ext cx="6172199"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0AF5525-B4D9-4A1D-B02B-C93B0005CDCD}">
      <dsp:nvSpPr>
        <dsp:cNvPr id="0" name=""/>
        <dsp:cNvSpPr/>
      </dsp:nvSpPr>
      <dsp:spPr>
        <a:xfrm>
          <a:off x="308610" y="3590252"/>
          <a:ext cx="4320540" cy="708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306" tIns="0" rIns="163306" bIns="0" numCol="1" spcCol="1270" anchor="ctr" anchorCtr="0">
          <a:noAutofit/>
        </a:bodyPr>
        <a:lstStyle/>
        <a:p>
          <a:pPr marL="0" lvl="0" indent="0" algn="l" defTabSz="1066800">
            <a:lnSpc>
              <a:spcPct val="90000"/>
            </a:lnSpc>
            <a:spcBef>
              <a:spcPct val="0"/>
            </a:spcBef>
            <a:spcAft>
              <a:spcPct val="35000"/>
            </a:spcAft>
            <a:buNone/>
          </a:pPr>
          <a:r>
            <a:rPr lang="en-US" sz="2400" kern="1200" dirty="0"/>
            <a:t>3) Hariom Badarkhe</a:t>
          </a:r>
        </a:p>
      </dsp:txBody>
      <dsp:txXfrm>
        <a:off x="343195" y="3624837"/>
        <a:ext cx="4251370" cy="63931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3DD571-E22F-4A38-B450-8CCBD829A548}" type="datetimeFigureOut">
              <a:rPr lang="en-US"/>
              <a:t>5/31/2023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0C2C40-CB1C-4820-9151-EC51EC2E7E0F}" type="slidenum">
              <a:rPr lang="en-US"/>
              <a:t>‹#›</a:t>
            </a:fld>
            <a:endParaRPr lang="en-US" dirty="0"/>
          </a:p>
        </p:txBody>
      </p:sp>
    </p:spTree>
    <p:extLst>
      <p:ext uri="{BB962C8B-B14F-4D97-AF65-F5344CB8AC3E}">
        <p14:creationId xmlns:p14="http://schemas.microsoft.com/office/powerpoint/2010/main" val="93105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0974584-F7C5-6440-926F-F6A9781D61F4}"/>
              </a:ext>
            </a:extLst>
          </p:cNvPr>
          <p:cNvSpPr>
            <a:spLocks noGrp="1"/>
          </p:cNvSpPr>
          <p:nvPr>
            <p:ph type="title"/>
          </p:nvPr>
        </p:nvSpPr>
        <p:spPr>
          <a:xfrm>
            <a:off x="404310" y="2484470"/>
            <a:ext cx="7552916" cy="2130561"/>
          </a:xfrm>
          <a:prstGeom prst="rect">
            <a:avLst/>
          </a:prstGeom>
        </p:spPr>
        <p:txBody>
          <a:bodyPr>
            <a:normAutofit/>
          </a:bodyPr>
          <a:lstStyle>
            <a:lvl1pPr>
              <a:defRPr sz="6600" b="0">
                <a:solidFill>
                  <a:schemeClr val="tx1"/>
                </a:solidFill>
              </a:defRPr>
            </a:lvl1pPr>
          </a:lstStyle>
          <a:p>
            <a:r>
              <a:rPr lang="en-US"/>
              <a:t>Click to edit Master title style</a:t>
            </a:r>
          </a:p>
        </p:txBody>
      </p:sp>
      <p:pic>
        <p:nvPicPr>
          <p:cNvPr id="8" name="Picture 7" descr="Graphical user interface&#10;&#10;Description automatically generated">
            <a:extLst>
              <a:ext uri="{FF2B5EF4-FFF2-40B4-BE49-F238E27FC236}">
                <a16:creationId xmlns:a16="http://schemas.microsoft.com/office/drawing/2014/main" id="{D7436C2F-09FF-014A-84CC-E0A18AFE2C7C}"/>
              </a:ext>
            </a:extLst>
          </p:cNvPr>
          <p:cNvPicPr>
            <a:picLocks noChangeAspect="1"/>
          </p:cNvPicPr>
          <p:nvPr userDrawn="1"/>
        </p:nvPicPr>
        <p:blipFill>
          <a:blip r:embed="rId2"/>
          <a:stretch>
            <a:fillRect/>
          </a:stretch>
        </p:blipFill>
        <p:spPr>
          <a:xfrm>
            <a:off x="253792" y="138819"/>
            <a:ext cx="2369315" cy="867807"/>
          </a:xfrm>
          <a:prstGeom prst="rect">
            <a:avLst/>
          </a:prstGeom>
        </p:spPr>
      </p:pic>
    </p:spTree>
    <p:extLst>
      <p:ext uri="{BB962C8B-B14F-4D97-AF65-F5344CB8AC3E}">
        <p14:creationId xmlns:p14="http://schemas.microsoft.com/office/powerpoint/2010/main" val="2897201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72A72F24-C2F4-A848-9526-6DDE3032300C}"/>
              </a:ext>
            </a:extLst>
          </p:cNvPr>
          <p:cNvSpPr>
            <a:spLocks noGrp="1"/>
          </p:cNvSpPr>
          <p:nvPr>
            <p:ph sz="quarter" idx="10"/>
          </p:nvPr>
        </p:nvSpPr>
        <p:spPr>
          <a:xfrm>
            <a:off x="444500" y="1460500"/>
            <a:ext cx="5327904" cy="3977640"/>
          </a:xfrm>
          <a:prstGeom prst="rect">
            <a:avLst/>
          </a:prstGeom>
        </p:spPr>
        <p:txBody>
          <a:bodyPr vert="horz" lIns="91440" tIns="45720" rIns="91440" bIns="45720" rtlCol="0">
            <a:normAutofit/>
          </a:bodyPr>
          <a:lstStyle>
            <a:lvl1pPr>
              <a:lnSpc>
                <a:spcPct val="100000"/>
              </a:lnSpc>
              <a:defRPr lang="en-US" sz="1400" smtClean="0">
                <a:solidFill>
                  <a:schemeClr val="tx1">
                    <a:lumMod val="75000"/>
                    <a:lumOff val="25000"/>
                  </a:schemeClr>
                </a:solidFill>
              </a:defRPr>
            </a:lvl1pPr>
            <a:lvl2pPr>
              <a:lnSpc>
                <a:spcPct val="100000"/>
              </a:lnSpc>
              <a:defRPr lang="en-US" sz="1400" smtClean="0">
                <a:solidFill>
                  <a:schemeClr val="tx1">
                    <a:lumMod val="75000"/>
                    <a:lumOff val="25000"/>
                  </a:schemeClr>
                </a:solidFill>
              </a:defRPr>
            </a:lvl2pPr>
            <a:lvl3pPr>
              <a:lnSpc>
                <a:spcPct val="100000"/>
              </a:lnSpc>
              <a:defRPr lang="en-US" sz="1400" smtClean="0">
                <a:solidFill>
                  <a:schemeClr val="tx1">
                    <a:lumMod val="75000"/>
                    <a:lumOff val="25000"/>
                  </a:schemeClr>
                </a:solidFill>
              </a:defRPr>
            </a:lvl3pPr>
            <a:lvl4pPr>
              <a:lnSpc>
                <a:spcPct val="100000"/>
              </a:lnSpc>
              <a:defRPr lang="en-US" sz="1400" smtClean="0">
                <a:solidFill>
                  <a:schemeClr val="tx1">
                    <a:lumMod val="75000"/>
                    <a:lumOff val="25000"/>
                  </a:schemeClr>
                </a:solidFill>
              </a:defRPr>
            </a:lvl4pPr>
            <a:lvl5pPr>
              <a:lnSpc>
                <a:spcPct val="100000"/>
              </a:lnSpc>
              <a:defRPr lang="en-US" sz="14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p>
        </p:txBody>
      </p:sp>
      <p:sp>
        <p:nvSpPr>
          <p:cNvPr id="9" name="Date Placeholder 3">
            <a:extLst>
              <a:ext uri="{FF2B5EF4-FFF2-40B4-BE49-F238E27FC236}">
                <a16:creationId xmlns:a16="http://schemas.microsoft.com/office/drawing/2014/main" id="{0B5A9DDA-5C61-C94F-9C1E-F412423AF3E7}"/>
              </a:ext>
            </a:extLst>
          </p:cNvPr>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5/31/2023</a:t>
            </a:fld>
            <a:endParaRPr lang="en-US" dirty="0"/>
          </a:p>
        </p:txBody>
      </p:sp>
      <p:sp>
        <p:nvSpPr>
          <p:cNvPr id="10" name="Footer Placeholder 4">
            <a:extLst>
              <a:ext uri="{FF2B5EF4-FFF2-40B4-BE49-F238E27FC236}">
                <a16:creationId xmlns:a16="http://schemas.microsoft.com/office/drawing/2014/main" id="{AB9CE1BE-CD51-BD42-A659-2F084EB57DE7}"/>
              </a:ext>
            </a:extLst>
          </p:cNvPr>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11" name="Slide Number Placeholder 5">
            <a:extLst>
              <a:ext uri="{FF2B5EF4-FFF2-40B4-BE49-F238E27FC236}">
                <a16:creationId xmlns:a16="http://schemas.microsoft.com/office/drawing/2014/main" id="{F2707C4E-5419-8141-80B3-E4B112655C23}"/>
              </a:ext>
            </a:extLst>
          </p:cNvPr>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12" name="Straight Connector 11">
            <a:extLst>
              <a:ext uri="{FF2B5EF4-FFF2-40B4-BE49-F238E27FC236}">
                <a16:creationId xmlns:a16="http://schemas.microsoft.com/office/drawing/2014/main" id="{06D362EF-E079-514F-814C-6085176CA7AD}"/>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2AC75DAD-32BC-CC41-8DF4-9E68DB31CFAC}"/>
              </a:ext>
            </a:extLst>
          </p:cNvPr>
          <p:cNvSpPr>
            <a:spLocks noGrp="1"/>
          </p:cNvSpPr>
          <p:nvPr>
            <p:ph type="title"/>
          </p:nvPr>
        </p:nvSpPr>
        <p:spPr>
          <a:xfrm>
            <a:off x="444500" y="430609"/>
            <a:ext cx="9146972" cy="640080"/>
          </a:xfrm>
          <a:prstGeom prst="rect">
            <a:avLst/>
          </a:prstGeom>
        </p:spPr>
        <p:txBody>
          <a:bodyPr>
            <a:normAutofit/>
          </a:bodyPr>
          <a:lstStyle>
            <a:lvl1pPr>
              <a:defRPr sz="2800"/>
            </a:lvl1pPr>
          </a:lstStyle>
          <a:p>
            <a:r>
              <a:rPr lang="en-US"/>
              <a:t>Click to edit Master title style</a:t>
            </a:r>
          </a:p>
        </p:txBody>
      </p:sp>
    </p:spTree>
    <p:extLst>
      <p:ext uri="{BB962C8B-B14F-4D97-AF65-F5344CB8AC3E}">
        <p14:creationId xmlns:p14="http://schemas.microsoft.com/office/powerpoint/2010/main" val="3362173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0EAB2A1-27FC-7D46-BBF1-72410CED554C}"/>
              </a:ext>
            </a:extLst>
          </p:cNvPr>
          <p:cNvSpPr>
            <a:spLocks noGrp="1"/>
          </p:cNvSpPr>
          <p:nvPr>
            <p:ph sz="quarter" idx="13"/>
          </p:nvPr>
        </p:nvSpPr>
        <p:spPr>
          <a:xfrm>
            <a:off x="450596" y="2560320"/>
            <a:ext cx="9445752" cy="3977640"/>
          </a:xfrm>
          <a:prstGeom prst="rect">
            <a:avLst/>
          </a:prstGeom>
        </p:spPr>
        <p:txBody>
          <a:bodyPr vert="horz" lIns="91440" tIns="45720" rIns="91440" bIns="45720" rtlCol="0">
            <a:normAutofit/>
          </a:bodyPr>
          <a:lstStyle>
            <a:lvl1pPr>
              <a:defRPr lang="en-US" sz="2400" smtClean="0">
                <a:solidFill>
                  <a:schemeClr val="tx1">
                    <a:lumMod val="75000"/>
                    <a:lumOff val="25000"/>
                  </a:schemeClr>
                </a:solidFill>
                <a:latin typeface="+mn-lt"/>
              </a:defRPr>
            </a:lvl1pPr>
            <a:lvl2pPr>
              <a:defRPr lang="en-US" sz="1200" dirty="0" smtClean="0">
                <a:solidFill>
                  <a:schemeClr val="tx1">
                    <a:lumMod val="75000"/>
                    <a:lumOff val="25000"/>
                  </a:schemeClr>
                </a:solidFill>
                <a:latin typeface="+mn-lt"/>
              </a:defRPr>
            </a:lvl2pPr>
            <a:lvl3pPr>
              <a:defRPr lang="en-US" sz="1200" dirty="0" smtClean="0">
                <a:solidFill>
                  <a:schemeClr val="tx1">
                    <a:lumMod val="75000"/>
                    <a:lumOff val="25000"/>
                  </a:schemeClr>
                </a:solidFill>
                <a:latin typeface="+mn-lt"/>
              </a:defRPr>
            </a:lvl3pPr>
            <a:lvl4pPr>
              <a:defRPr lang="en-US" sz="1200" dirty="0" smtClean="0">
                <a:solidFill>
                  <a:schemeClr val="tx1">
                    <a:lumMod val="75000"/>
                    <a:lumOff val="25000"/>
                  </a:schemeClr>
                </a:solidFill>
                <a:latin typeface="+mn-lt"/>
              </a:defRPr>
            </a:lvl4pPr>
            <a:lvl5pPr>
              <a:defRPr lang="en-US" sz="1200" dirty="0">
                <a:solidFill>
                  <a:schemeClr val="tx1">
                    <a:lumMod val="75000"/>
                    <a:lumOff val="25000"/>
                  </a:schemeClr>
                </a:solidFill>
                <a:latin typeface="+mn-lt"/>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p>
        </p:txBody>
      </p:sp>
      <p:cxnSp>
        <p:nvCxnSpPr>
          <p:cNvPr id="8" name="Straight Connector 7">
            <a:extLst>
              <a:ext uri="{FF2B5EF4-FFF2-40B4-BE49-F238E27FC236}">
                <a16:creationId xmlns:a16="http://schemas.microsoft.com/office/drawing/2014/main" id="{1170A3AA-4210-FB4E-9790-9D6891AFF655}"/>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28B6F196-1924-E341-B33B-77AEF4A875CF}"/>
              </a:ext>
            </a:extLst>
          </p:cNvPr>
          <p:cNvSpPr>
            <a:spLocks noGrp="1"/>
          </p:cNvSpPr>
          <p:nvPr>
            <p:ph type="title"/>
          </p:nvPr>
        </p:nvSpPr>
        <p:spPr>
          <a:xfrm>
            <a:off x="444500" y="430609"/>
            <a:ext cx="9146972" cy="640080"/>
          </a:xfrm>
          <a:prstGeom prst="rect">
            <a:avLst/>
          </a:prstGeom>
        </p:spPr>
        <p:txBody>
          <a:bodyPr>
            <a:normAutofit/>
          </a:bodyPr>
          <a:lstStyle>
            <a:lvl1pPr>
              <a:defRPr sz="2800"/>
            </a:lvl1pPr>
          </a:lstStyle>
          <a:p>
            <a:r>
              <a:rPr lang="en-US"/>
              <a:t>Click to edit Master title style</a:t>
            </a:r>
          </a:p>
        </p:txBody>
      </p:sp>
    </p:spTree>
    <p:extLst>
      <p:ext uri="{BB962C8B-B14F-4D97-AF65-F5344CB8AC3E}">
        <p14:creationId xmlns:p14="http://schemas.microsoft.com/office/powerpoint/2010/main" val="2736486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BE2BF-67D0-421C-B0EA-C2FDA38E908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19ED459D-4DBB-4B08-B28E-38CB294598EB}"/>
              </a:ext>
            </a:extLst>
          </p:cNvPr>
          <p:cNvSpPr>
            <a:spLocks noGrp="1"/>
          </p:cNvSpPr>
          <p:nvPr>
            <p:ph sz="half" idx="1"/>
          </p:nvPr>
        </p:nvSpPr>
        <p:spPr>
          <a:xfrm>
            <a:off x="838200" y="1825625"/>
            <a:ext cx="5181601"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9D5826-9D5D-45F7-9039-C9593873510D}"/>
              </a:ext>
            </a:extLst>
          </p:cNvPr>
          <p:cNvSpPr>
            <a:spLocks noGrp="1"/>
          </p:cNvSpPr>
          <p:nvPr>
            <p:ph sz="half" idx="2"/>
          </p:nvPr>
        </p:nvSpPr>
        <p:spPr>
          <a:xfrm>
            <a:off x="6172200" y="1825625"/>
            <a:ext cx="5181601"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C35230-6E6B-4AE2-A238-476A2293EE28}"/>
              </a:ext>
            </a:extLst>
          </p:cNvPr>
          <p:cNvSpPr>
            <a:spLocks noGrp="1"/>
          </p:cNvSpPr>
          <p:nvPr>
            <p:ph type="dt" sz="half" idx="10"/>
          </p:nvPr>
        </p:nvSpPr>
        <p:spPr/>
        <p:txBody>
          <a:bodyPr/>
          <a:lstStyle/>
          <a:p>
            <a:fld id="{703E2F8D-62B3-48AF-BAF5-944399905ED0}" type="datetimeFigureOut">
              <a:rPr lang="en-US" smtClean="0"/>
              <a:t>5/31/2023</a:t>
            </a:fld>
            <a:endParaRPr lang="en-US" dirty="0"/>
          </a:p>
        </p:txBody>
      </p:sp>
      <p:sp>
        <p:nvSpPr>
          <p:cNvPr id="6" name="Footer Placeholder 5">
            <a:extLst>
              <a:ext uri="{FF2B5EF4-FFF2-40B4-BE49-F238E27FC236}">
                <a16:creationId xmlns:a16="http://schemas.microsoft.com/office/drawing/2014/main" id="{B3EC195B-3566-4F5A-8A17-C0D96E0DC8A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5A64FFA-F5D7-4974-90D5-37C1E4F5D4C4}"/>
              </a:ext>
            </a:extLst>
          </p:cNvPr>
          <p:cNvSpPr>
            <a:spLocks noGrp="1"/>
          </p:cNvSpPr>
          <p:nvPr>
            <p:ph type="sldNum" sz="quarter" idx="12"/>
          </p:nvPr>
        </p:nvSpPr>
        <p:spPr/>
        <p:txBody>
          <a:bodyPr/>
          <a:lstStyle/>
          <a:p>
            <a:fld id="{5F44216D-285E-4743-ADC0-F517FFC76697}" type="slidenum">
              <a:rPr lang="en-US" smtClean="0"/>
              <a:t>‹#›</a:t>
            </a:fld>
            <a:endParaRPr lang="en-US" dirty="0"/>
          </a:p>
        </p:txBody>
      </p:sp>
    </p:spTree>
    <p:extLst>
      <p:ext uri="{BB962C8B-B14F-4D97-AF65-F5344CB8AC3E}">
        <p14:creationId xmlns:p14="http://schemas.microsoft.com/office/powerpoint/2010/main" val="128401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93013-51BB-4A17-B3BD-969427C676B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965D238-163E-4CA0-8D72-013A528AF55D}"/>
              </a:ext>
            </a:extLst>
          </p:cNvPr>
          <p:cNvSpPr>
            <a:spLocks noGrp="1"/>
          </p:cNvSpPr>
          <p:nvPr>
            <p:ph type="body" idx="1"/>
          </p:nvPr>
        </p:nvSpPr>
        <p:spPr>
          <a:xfrm>
            <a:off x="839789" y="1681164"/>
            <a:ext cx="5157787" cy="823912"/>
          </a:xfrm>
          <a:prstGeom prst="rect">
            <a:avLst/>
          </a:prstGeom>
        </p:spPr>
        <p:txBody>
          <a:bodyPr anchor="b"/>
          <a:lstStyle>
            <a:lvl1pPr marL="0" indent="0">
              <a:buNone/>
              <a:defRPr sz="2400" b="1"/>
            </a:lvl1pPr>
            <a:lvl2pPr marL="457196" indent="0">
              <a:buNone/>
              <a:defRPr sz="2000" b="1"/>
            </a:lvl2pPr>
            <a:lvl3pPr marL="914391" indent="0">
              <a:buNone/>
              <a:defRPr sz="1800" b="1"/>
            </a:lvl3pPr>
            <a:lvl4pPr marL="1371587" indent="0">
              <a:buNone/>
              <a:defRPr sz="1600" b="1"/>
            </a:lvl4pPr>
            <a:lvl5pPr marL="1828783" indent="0">
              <a:buNone/>
              <a:defRPr sz="1600" b="1"/>
            </a:lvl5pPr>
            <a:lvl6pPr marL="2285978" indent="0">
              <a:buNone/>
              <a:defRPr sz="1600" b="1"/>
            </a:lvl6pPr>
            <a:lvl7pPr marL="2743174" indent="0">
              <a:buNone/>
              <a:defRPr sz="1600" b="1"/>
            </a:lvl7pPr>
            <a:lvl8pPr marL="3200370" indent="0">
              <a:buNone/>
              <a:defRPr sz="1600" b="1"/>
            </a:lvl8pPr>
            <a:lvl9pPr marL="3657565"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74BFD3-F57E-442B-B0D6-44B28B98ABBA}"/>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6C678E-A9F6-402F-AB68-0001BA3C2376}"/>
              </a:ext>
            </a:extLst>
          </p:cNvPr>
          <p:cNvSpPr>
            <a:spLocks noGrp="1"/>
          </p:cNvSpPr>
          <p:nvPr>
            <p:ph type="body" sz="quarter" idx="3"/>
          </p:nvPr>
        </p:nvSpPr>
        <p:spPr>
          <a:xfrm>
            <a:off x="6172201" y="1681164"/>
            <a:ext cx="5183188" cy="823912"/>
          </a:xfrm>
          <a:prstGeom prst="rect">
            <a:avLst/>
          </a:prstGeom>
        </p:spPr>
        <p:txBody>
          <a:bodyPr anchor="b"/>
          <a:lstStyle>
            <a:lvl1pPr marL="0" indent="0">
              <a:buNone/>
              <a:defRPr sz="2400" b="1"/>
            </a:lvl1pPr>
            <a:lvl2pPr marL="457196" indent="0">
              <a:buNone/>
              <a:defRPr sz="2000" b="1"/>
            </a:lvl2pPr>
            <a:lvl3pPr marL="914391" indent="0">
              <a:buNone/>
              <a:defRPr sz="1800" b="1"/>
            </a:lvl3pPr>
            <a:lvl4pPr marL="1371587" indent="0">
              <a:buNone/>
              <a:defRPr sz="1600" b="1"/>
            </a:lvl4pPr>
            <a:lvl5pPr marL="1828783" indent="0">
              <a:buNone/>
              <a:defRPr sz="1600" b="1"/>
            </a:lvl5pPr>
            <a:lvl6pPr marL="2285978" indent="0">
              <a:buNone/>
              <a:defRPr sz="1600" b="1"/>
            </a:lvl6pPr>
            <a:lvl7pPr marL="2743174" indent="0">
              <a:buNone/>
              <a:defRPr sz="1600" b="1"/>
            </a:lvl7pPr>
            <a:lvl8pPr marL="3200370" indent="0">
              <a:buNone/>
              <a:defRPr sz="1600" b="1"/>
            </a:lvl8pPr>
            <a:lvl9pPr marL="3657565"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C1CE1F-0133-4A8E-9510-3927C275ADB7}"/>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812791-1A66-47A2-B8AB-CF2C8494CA0A}"/>
              </a:ext>
            </a:extLst>
          </p:cNvPr>
          <p:cNvSpPr>
            <a:spLocks noGrp="1"/>
          </p:cNvSpPr>
          <p:nvPr>
            <p:ph type="dt" sz="half" idx="10"/>
          </p:nvPr>
        </p:nvSpPr>
        <p:spPr/>
        <p:txBody>
          <a:bodyPr/>
          <a:lstStyle/>
          <a:p>
            <a:fld id="{703E2F8D-62B3-48AF-BAF5-944399905ED0}" type="datetimeFigureOut">
              <a:rPr lang="en-US" smtClean="0"/>
              <a:t>5/31/2023</a:t>
            </a:fld>
            <a:endParaRPr lang="en-US" dirty="0"/>
          </a:p>
        </p:txBody>
      </p:sp>
      <p:sp>
        <p:nvSpPr>
          <p:cNvPr id="8" name="Footer Placeholder 7">
            <a:extLst>
              <a:ext uri="{FF2B5EF4-FFF2-40B4-BE49-F238E27FC236}">
                <a16:creationId xmlns:a16="http://schemas.microsoft.com/office/drawing/2014/main" id="{4433D370-BE25-4CF9-8D18-A8B0D6286AC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CFF9EFB-2082-4B18-8532-2E058DF98F6F}"/>
              </a:ext>
            </a:extLst>
          </p:cNvPr>
          <p:cNvSpPr>
            <a:spLocks noGrp="1"/>
          </p:cNvSpPr>
          <p:nvPr>
            <p:ph type="sldNum" sz="quarter" idx="12"/>
          </p:nvPr>
        </p:nvSpPr>
        <p:spPr/>
        <p:txBody>
          <a:bodyPr/>
          <a:lstStyle/>
          <a:p>
            <a:fld id="{5F44216D-285E-4743-ADC0-F517FFC76697}" type="slidenum">
              <a:rPr lang="en-US" smtClean="0"/>
              <a:t>‹#›</a:t>
            </a:fld>
            <a:endParaRPr lang="en-US" dirty="0"/>
          </a:p>
        </p:txBody>
      </p:sp>
    </p:spTree>
    <p:extLst>
      <p:ext uri="{BB962C8B-B14F-4D97-AF65-F5344CB8AC3E}">
        <p14:creationId xmlns:p14="http://schemas.microsoft.com/office/powerpoint/2010/main" val="3793323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482C-C319-43FD-93FF-980D21E2E19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203A496-9194-4AF3-A700-304E648B30AF}"/>
              </a:ext>
            </a:extLst>
          </p:cNvPr>
          <p:cNvSpPr>
            <a:spLocks noGrp="1"/>
          </p:cNvSpPr>
          <p:nvPr>
            <p:ph type="dt" sz="half" idx="10"/>
          </p:nvPr>
        </p:nvSpPr>
        <p:spPr/>
        <p:txBody>
          <a:bodyPr/>
          <a:lstStyle/>
          <a:p>
            <a:fld id="{703E2F8D-62B3-48AF-BAF5-944399905ED0}" type="datetimeFigureOut">
              <a:rPr lang="en-US" smtClean="0"/>
              <a:t>5/31/2023</a:t>
            </a:fld>
            <a:endParaRPr lang="en-US" dirty="0"/>
          </a:p>
        </p:txBody>
      </p:sp>
      <p:sp>
        <p:nvSpPr>
          <p:cNvPr id="4" name="Footer Placeholder 3">
            <a:extLst>
              <a:ext uri="{FF2B5EF4-FFF2-40B4-BE49-F238E27FC236}">
                <a16:creationId xmlns:a16="http://schemas.microsoft.com/office/drawing/2014/main" id="{5303CEB3-10DB-4C6B-B786-6EA61FEAF4E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36A844B-2D32-4E86-8B10-61DBDBE59C29}"/>
              </a:ext>
            </a:extLst>
          </p:cNvPr>
          <p:cNvSpPr>
            <a:spLocks noGrp="1"/>
          </p:cNvSpPr>
          <p:nvPr>
            <p:ph type="sldNum" sz="quarter" idx="12"/>
          </p:nvPr>
        </p:nvSpPr>
        <p:spPr/>
        <p:txBody>
          <a:bodyPr/>
          <a:lstStyle/>
          <a:p>
            <a:fld id="{5F44216D-285E-4743-ADC0-F517FFC76697}" type="slidenum">
              <a:rPr lang="en-US" smtClean="0"/>
              <a:t>‹#›</a:t>
            </a:fld>
            <a:endParaRPr lang="en-US" dirty="0"/>
          </a:p>
        </p:txBody>
      </p:sp>
    </p:spTree>
    <p:extLst>
      <p:ext uri="{BB962C8B-B14F-4D97-AF65-F5344CB8AC3E}">
        <p14:creationId xmlns:p14="http://schemas.microsoft.com/office/powerpoint/2010/main" val="3983742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21782B-EB6A-4988-856E-D6637A15B30A}"/>
              </a:ext>
            </a:extLst>
          </p:cNvPr>
          <p:cNvSpPr>
            <a:spLocks noGrp="1"/>
          </p:cNvSpPr>
          <p:nvPr>
            <p:ph type="dt" sz="half" idx="10"/>
          </p:nvPr>
        </p:nvSpPr>
        <p:spPr/>
        <p:txBody>
          <a:bodyPr/>
          <a:lstStyle/>
          <a:p>
            <a:fld id="{703E2F8D-62B3-48AF-BAF5-944399905ED0}" type="datetimeFigureOut">
              <a:rPr lang="en-US" smtClean="0"/>
              <a:t>5/31/2023</a:t>
            </a:fld>
            <a:endParaRPr lang="en-US" dirty="0"/>
          </a:p>
        </p:txBody>
      </p:sp>
      <p:sp>
        <p:nvSpPr>
          <p:cNvPr id="3" name="Footer Placeholder 2">
            <a:extLst>
              <a:ext uri="{FF2B5EF4-FFF2-40B4-BE49-F238E27FC236}">
                <a16:creationId xmlns:a16="http://schemas.microsoft.com/office/drawing/2014/main" id="{161005B5-4499-443A-AEC7-4504692A5F9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75E9E49-7000-42FC-9389-8FC847AA8505}"/>
              </a:ext>
            </a:extLst>
          </p:cNvPr>
          <p:cNvSpPr>
            <a:spLocks noGrp="1"/>
          </p:cNvSpPr>
          <p:nvPr>
            <p:ph type="sldNum" sz="quarter" idx="12"/>
          </p:nvPr>
        </p:nvSpPr>
        <p:spPr/>
        <p:txBody>
          <a:bodyPr/>
          <a:lstStyle/>
          <a:p>
            <a:fld id="{5F44216D-285E-4743-ADC0-F517FFC76697}" type="slidenum">
              <a:rPr lang="en-US" smtClean="0"/>
              <a:t>‹#›</a:t>
            </a:fld>
            <a:endParaRPr lang="en-US" dirty="0"/>
          </a:p>
        </p:txBody>
      </p:sp>
    </p:spTree>
    <p:extLst>
      <p:ext uri="{BB962C8B-B14F-4D97-AF65-F5344CB8AC3E}">
        <p14:creationId xmlns:p14="http://schemas.microsoft.com/office/powerpoint/2010/main" val="2183066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EFE04-76D2-4EE9-82B4-6CF8BDAEF1A2}"/>
              </a:ext>
            </a:extLst>
          </p:cNvPr>
          <p:cNvSpPr>
            <a:spLocks noGrp="1"/>
          </p:cNvSpPr>
          <p:nvPr>
            <p:ph type="title"/>
          </p:nvPr>
        </p:nvSpPr>
        <p:spPr>
          <a:xfrm>
            <a:off x="839789"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0215A4-C64A-4FDE-8E67-809F9ECFC281}"/>
              </a:ext>
            </a:extLst>
          </p:cNvPr>
          <p:cNvSpPr>
            <a:spLocks noGrp="1"/>
          </p:cNvSpPr>
          <p:nvPr>
            <p:ph idx="1"/>
          </p:nvPr>
        </p:nvSpPr>
        <p:spPr>
          <a:xfrm>
            <a:off x="5183189"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899654-FEE0-4F7C-9F7E-E61364191555}"/>
              </a:ext>
            </a:extLst>
          </p:cNvPr>
          <p:cNvSpPr>
            <a:spLocks noGrp="1"/>
          </p:cNvSpPr>
          <p:nvPr>
            <p:ph type="body" sz="half" idx="2"/>
          </p:nvPr>
        </p:nvSpPr>
        <p:spPr>
          <a:xfrm>
            <a:off x="839789" y="2057401"/>
            <a:ext cx="3932237" cy="3811588"/>
          </a:xfrm>
          <a:prstGeom prst="rect">
            <a:avLst/>
          </a:prstGeom>
        </p:spPr>
        <p:txBody>
          <a:bodyPr/>
          <a:lstStyle>
            <a:lvl1pPr marL="0" indent="0">
              <a:buNone/>
              <a:defRPr sz="1600"/>
            </a:lvl1pPr>
            <a:lvl2pPr marL="457196" indent="0">
              <a:buNone/>
              <a:defRPr sz="1400"/>
            </a:lvl2pPr>
            <a:lvl3pPr marL="914391" indent="0">
              <a:buNone/>
              <a:defRPr sz="1200"/>
            </a:lvl3pPr>
            <a:lvl4pPr marL="1371587" indent="0">
              <a:buNone/>
              <a:defRPr sz="1000"/>
            </a:lvl4pPr>
            <a:lvl5pPr marL="1828783" indent="0">
              <a:buNone/>
              <a:defRPr sz="1000"/>
            </a:lvl5pPr>
            <a:lvl6pPr marL="2285978" indent="0">
              <a:buNone/>
              <a:defRPr sz="1000"/>
            </a:lvl6pPr>
            <a:lvl7pPr marL="2743174" indent="0">
              <a:buNone/>
              <a:defRPr sz="1000"/>
            </a:lvl7pPr>
            <a:lvl8pPr marL="3200370" indent="0">
              <a:buNone/>
              <a:defRPr sz="1000"/>
            </a:lvl8pPr>
            <a:lvl9pPr marL="3657565"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0672D7-560C-46F5-B38A-5864AF61BD82}"/>
              </a:ext>
            </a:extLst>
          </p:cNvPr>
          <p:cNvSpPr>
            <a:spLocks noGrp="1"/>
          </p:cNvSpPr>
          <p:nvPr>
            <p:ph type="dt" sz="half" idx="10"/>
          </p:nvPr>
        </p:nvSpPr>
        <p:spPr/>
        <p:txBody>
          <a:bodyPr/>
          <a:lstStyle/>
          <a:p>
            <a:fld id="{703E2F8D-62B3-48AF-BAF5-944399905ED0}" type="datetimeFigureOut">
              <a:rPr lang="en-US" smtClean="0"/>
              <a:t>5/31/2023</a:t>
            </a:fld>
            <a:endParaRPr lang="en-US" dirty="0"/>
          </a:p>
        </p:txBody>
      </p:sp>
      <p:sp>
        <p:nvSpPr>
          <p:cNvPr id="6" name="Footer Placeholder 5">
            <a:extLst>
              <a:ext uri="{FF2B5EF4-FFF2-40B4-BE49-F238E27FC236}">
                <a16:creationId xmlns:a16="http://schemas.microsoft.com/office/drawing/2014/main" id="{83333971-AB39-461C-BCDD-6F82E9DF4F5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7E7803C-62B5-41B0-9BE1-73F066620140}"/>
              </a:ext>
            </a:extLst>
          </p:cNvPr>
          <p:cNvSpPr>
            <a:spLocks noGrp="1"/>
          </p:cNvSpPr>
          <p:nvPr>
            <p:ph type="sldNum" sz="quarter" idx="12"/>
          </p:nvPr>
        </p:nvSpPr>
        <p:spPr/>
        <p:txBody>
          <a:bodyPr/>
          <a:lstStyle/>
          <a:p>
            <a:fld id="{5F44216D-285E-4743-ADC0-F517FFC76697}" type="slidenum">
              <a:rPr lang="en-US" smtClean="0"/>
              <a:t>‹#›</a:t>
            </a:fld>
            <a:endParaRPr lang="en-US" dirty="0"/>
          </a:p>
        </p:txBody>
      </p:sp>
    </p:spTree>
    <p:extLst>
      <p:ext uri="{BB962C8B-B14F-4D97-AF65-F5344CB8AC3E}">
        <p14:creationId xmlns:p14="http://schemas.microsoft.com/office/powerpoint/2010/main" val="2630835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523E-938F-438E-ACC4-357650D6A3F1}"/>
              </a:ext>
            </a:extLst>
          </p:cNvPr>
          <p:cNvSpPr>
            <a:spLocks noGrp="1"/>
          </p:cNvSpPr>
          <p:nvPr>
            <p:ph type="title"/>
          </p:nvPr>
        </p:nvSpPr>
        <p:spPr>
          <a:xfrm>
            <a:off x="839789"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C72DA9-4F67-4E76-B94A-2A066F0CC926}"/>
              </a:ext>
            </a:extLst>
          </p:cNvPr>
          <p:cNvSpPr>
            <a:spLocks noGrp="1"/>
          </p:cNvSpPr>
          <p:nvPr>
            <p:ph type="pic" idx="1"/>
          </p:nvPr>
        </p:nvSpPr>
        <p:spPr>
          <a:xfrm>
            <a:off x="5183189" y="987426"/>
            <a:ext cx="6172200" cy="4873625"/>
          </a:xfrm>
          <a:prstGeom prst="rect">
            <a:avLst/>
          </a:prstGeom>
        </p:spPr>
        <p:txBody>
          <a:bodyPr/>
          <a:lstStyle>
            <a:lvl1pPr marL="0" indent="0">
              <a:buNone/>
              <a:defRPr sz="3200"/>
            </a:lvl1pPr>
            <a:lvl2pPr marL="457196" indent="0">
              <a:buNone/>
              <a:defRPr sz="2800"/>
            </a:lvl2pPr>
            <a:lvl3pPr marL="914391" indent="0">
              <a:buNone/>
              <a:defRPr sz="2400"/>
            </a:lvl3pPr>
            <a:lvl4pPr marL="1371587" indent="0">
              <a:buNone/>
              <a:defRPr sz="2000"/>
            </a:lvl4pPr>
            <a:lvl5pPr marL="1828783" indent="0">
              <a:buNone/>
              <a:defRPr sz="2000"/>
            </a:lvl5pPr>
            <a:lvl6pPr marL="2285978" indent="0">
              <a:buNone/>
              <a:defRPr sz="2000"/>
            </a:lvl6pPr>
            <a:lvl7pPr marL="2743174" indent="0">
              <a:buNone/>
              <a:defRPr sz="2000"/>
            </a:lvl7pPr>
            <a:lvl8pPr marL="3200370" indent="0">
              <a:buNone/>
              <a:defRPr sz="2000"/>
            </a:lvl8pPr>
            <a:lvl9pPr marL="3657565"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6E2FDD4-868B-425C-9784-E80DB7C0150E}"/>
              </a:ext>
            </a:extLst>
          </p:cNvPr>
          <p:cNvSpPr>
            <a:spLocks noGrp="1"/>
          </p:cNvSpPr>
          <p:nvPr>
            <p:ph type="body" sz="half" idx="2"/>
          </p:nvPr>
        </p:nvSpPr>
        <p:spPr>
          <a:xfrm>
            <a:off x="839789" y="2057401"/>
            <a:ext cx="3932237" cy="3811588"/>
          </a:xfrm>
          <a:prstGeom prst="rect">
            <a:avLst/>
          </a:prstGeom>
        </p:spPr>
        <p:txBody>
          <a:bodyPr/>
          <a:lstStyle>
            <a:lvl1pPr marL="0" indent="0">
              <a:buNone/>
              <a:defRPr sz="1600"/>
            </a:lvl1pPr>
            <a:lvl2pPr marL="457196" indent="0">
              <a:buNone/>
              <a:defRPr sz="1400"/>
            </a:lvl2pPr>
            <a:lvl3pPr marL="914391" indent="0">
              <a:buNone/>
              <a:defRPr sz="1200"/>
            </a:lvl3pPr>
            <a:lvl4pPr marL="1371587" indent="0">
              <a:buNone/>
              <a:defRPr sz="1000"/>
            </a:lvl4pPr>
            <a:lvl5pPr marL="1828783" indent="0">
              <a:buNone/>
              <a:defRPr sz="1000"/>
            </a:lvl5pPr>
            <a:lvl6pPr marL="2285978" indent="0">
              <a:buNone/>
              <a:defRPr sz="1000"/>
            </a:lvl6pPr>
            <a:lvl7pPr marL="2743174" indent="0">
              <a:buNone/>
              <a:defRPr sz="1000"/>
            </a:lvl7pPr>
            <a:lvl8pPr marL="3200370" indent="0">
              <a:buNone/>
              <a:defRPr sz="1000"/>
            </a:lvl8pPr>
            <a:lvl9pPr marL="3657565"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853192-BC34-458B-84D8-10413109E1AF}"/>
              </a:ext>
            </a:extLst>
          </p:cNvPr>
          <p:cNvSpPr>
            <a:spLocks noGrp="1"/>
          </p:cNvSpPr>
          <p:nvPr>
            <p:ph type="dt" sz="half" idx="10"/>
          </p:nvPr>
        </p:nvSpPr>
        <p:spPr/>
        <p:txBody>
          <a:bodyPr/>
          <a:lstStyle/>
          <a:p>
            <a:fld id="{703E2F8D-62B3-48AF-BAF5-944399905ED0}" type="datetimeFigureOut">
              <a:rPr lang="en-US" smtClean="0"/>
              <a:t>5/31/2023</a:t>
            </a:fld>
            <a:endParaRPr lang="en-US" dirty="0"/>
          </a:p>
        </p:txBody>
      </p:sp>
      <p:sp>
        <p:nvSpPr>
          <p:cNvPr id="6" name="Footer Placeholder 5">
            <a:extLst>
              <a:ext uri="{FF2B5EF4-FFF2-40B4-BE49-F238E27FC236}">
                <a16:creationId xmlns:a16="http://schemas.microsoft.com/office/drawing/2014/main" id="{AC4140DD-DF78-4ACA-994A-2C80E820B3C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255A00-460B-4060-8FC4-6AE015CD05AA}"/>
              </a:ext>
            </a:extLst>
          </p:cNvPr>
          <p:cNvSpPr>
            <a:spLocks noGrp="1"/>
          </p:cNvSpPr>
          <p:nvPr>
            <p:ph type="sldNum" sz="quarter" idx="12"/>
          </p:nvPr>
        </p:nvSpPr>
        <p:spPr/>
        <p:txBody>
          <a:bodyPr/>
          <a:lstStyle/>
          <a:p>
            <a:fld id="{5F44216D-285E-4743-ADC0-F517FFC76697}" type="slidenum">
              <a:rPr lang="en-US" smtClean="0"/>
              <a:t>‹#›</a:t>
            </a:fld>
            <a:endParaRPr lang="en-US" dirty="0"/>
          </a:p>
        </p:txBody>
      </p:sp>
    </p:spTree>
    <p:extLst>
      <p:ext uri="{BB962C8B-B14F-4D97-AF65-F5344CB8AC3E}">
        <p14:creationId xmlns:p14="http://schemas.microsoft.com/office/powerpoint/2010/main" val="4142786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89423-CD2E-4FE4-A0A5-BF1DF9A8B22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721021-E600-4985-9CB7-C91662580291}"/>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BF65E1-9312-40C9-B537-2EF2373A3D58}"/>
              </a:ext>
            </a:extLst>
          </p:cNvPr>
          <p:cNvSpPr>
            <a:spLocks noGrp="1"/>
          </p:cNvSpPr>
          <p:nvPr>
            <p:ph type="dt" sz="half" idx="10"/>
          </p:nvPr>
        </p:nvSpPr>
        <p:spPr/>
        <p:txBody>
          <a:bodyPr/>
          <a:lstStyle/>
          <a:p>
            <a:fld id="{703E2F8D-62B3-48AF-BAF5-944399905ED0}" type="datetimeFigureOut">
              <a:rPr lang="en-US" smtClean="0"/>
              <a:t>5/31/2023</a:t>
            </a:fld>
            <a:endParaRPr lang="en-US" dirty="0"/>
          </a:p>
        </p:txBody>
      </p:sp>
      <p:sp>
        <p:nvSpPr>
          <p:cNvPr id="5" name="Footer Placeholder 4">
            <a:extLst>
              <a:ext uri="{FF2B5EF4-FFF2-40B4-BE49-F238E27FC236}">
                <a16:creationId xmlns:a16="http://schemas.microsoft.com/office/drawing/2014/main" id="{9727D5D2-711E-4128-B02F-A2F5F3B7B68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8A264A-3B0E-4789-8D33-E3B8BB427F16}"/>
              </a:ext>
            </a:extLst>
          </p:cNvPr>
          <p:cNvSpPr>
            <a:spLocks noGrp="1"/>
          </p:cNvSpPr>
          <p:nvPr>
            <p:ph type="sldNum" sz="quarter" idx="12"/>
          </p:nvPr>
        </p:nvSpPr>
        <p:spPr/>
        <p:txBody>
          <a:bodyPr/>
          <a:lstStyle/>
          <a:p>
            <a:fld id="{5F44216D-285E-4743-ADC0-F517FFC76697}" type="slidenum">
              <a:rPr lang="en-US" smtClean="0"/>
              <a:t>‹#›</a:t>
            </a:fld>
            <a:endParaRPr lang="en-US" dirty="0"/>
          </a:p>
        </p:txBody>
      </p:sp>
    </p:spTree>
    <p:extLst>
      <p:ext uri="{BB962C8B-B14F-4D97-AF65-F5344CB8AC3E}">
        <p14:creationId xmlns:p14="http://schemas.microsoft.com/office/powerpoint/2010/main" val="567066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5CD398-88C4-4D5A-B800-66982108964E}"/>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0AE657-6D14-4EC6-AF23-3733CA7ECAF9}"/>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013624-5ED1-471D-B870-97A863791322}"/>
              </a:ext>
            </a:extLst>
          </p:cNvPr>
          <p:cNvSpPr>
            <a:spLocks noGrp="1"/>
          </p:cNvSpPr>
          <p:nvPr>
            <p:ph type="dt" sz="half" idx="10"/>
          </p:nvPr>
        </p:nvSpPr>
        <p:spPr/>
        <p:txBody>
          <a:bodyPr/>
          <a:lstStyle/>
          <a:p>
            <a:fld id="{703E2F8D-62B3-48AF-BAF5-944399905ED0}" type="datetimeFigureOut">
              <a:rPr lang="en-US" smtClean="0"/>
              <a:t>5/31/2023</a:t>
            </a:fld>
            <a:endParaRPr lang="en-US" dirty="0"/>
          </a:p>
        </p:txBody>
      </p:sp>
      <p:sp>
        <p:nvSpPr>
          <p:cNvPr id="5" name="Footer Placeholder 4">
            <a:extLst>
              <a:ext uri="{FF2B5EF4-FFF2-40B4-BE49-F238E27FC236}">
                <a16:creationId xmlns:a16="http://schemas.microsoft.com/office/drawing/2014/main" id="{B3A089F5-C44A-423E-A411-0170507EB57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A2F323-E5A0-4612-B41A-6BBC2FFFEB2E}"/>
              </a:ext>
            </a:extLst>
          </p:cNvPr>
          <p:cNvSpPr>
            <a:spLocks noGrp="1"/>
          </p:cNvSpPr>
          <p:nvPr>
            <p:ph type="sldNum" sz="quarter" idx="12"/>
          </p:nvPr>
        </p:nvSpPr>
        <p:spPr/>
        <p:txBody>
          <a:bodyPr/>
          <a:lstStyle/>
          <a:p>
            <a:fld id="{5F44216D-285E-4743-ADC0-F517FFC76697}" type="slidenum">
              <a:rPr lang="en-US" smtClean="0"/>
              <a:t>‹#›</a:t>
            </a:fld>
            <a:endParaRPr lang="en-US" dirty="0"/>
          </a:p>
        </p:txBody>
      </p:sp>
    </p:spTree>
    <p:extLst>
      <p:ext uri="{BB962C8B-B14F-4D97-AF65-F5344CB8AC3E}">
        <p14:creationId xmlns:p14="http://schemas.microsoft.com/office/powerpoint/2010/main" val="1156236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38DD69-FB8A-4188-BFE4-CBF509E5E1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815C50-137C-4155-8543-556E7E213F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C6A1DE-66DD-40F1-896C-01B693106E56}"/>
              </a:ext>
            </a:extLst>
          </p:cNvPr>
          <p:cNvSpPr>
            <a:spLocks noGrp="1"/>
          </p:cNvSpPr>
          <p:nvPr>
            <p:ph type="dt" sz="half" idx="2"/>
          </p:nvPr>
        </p:nvSpPr>
        <p:spPr>
          <a:xfrm>
            <a:off x="838200" y="6356351"/>
            <a:ext cx="274320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3E2F8D-62B3-48AF-BAF5-944399905ED0}" type="datetimeFigureOut">
              <a:rPr lang="en-US" smtClean="0"/>
              <a:t>5/31/2023</a:t>
            </a:fld>
            <a:endParaRPr lang="en-US" dirty="0"/>
          </a:p>
        </p:txBody>
      </p:sp>
      <p:sp>
        <p:nvSpPr>
          <p:cNvPr id="5" name="Footer Placeholder 4">
            <a:extLst>
              <a:ext uri="{FF2B5EF4-FFF2-40B4-BE49-F238E27FC236}">
                <a16:creationId xmlns:a16="http://schemas.microsoft.com/office/drawing/2014/main" id="{E07912B1-2F8B-49C2-9253-FDAAEF5D9451}"/>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743CF23-BB91-472C-8560-11C5F5282E38}"/>
              </a:ext>
            </a:extLst>
          </p:cNvPr>
          <p:cNvSpPr>
            <a:spLocks noGrp="1"/>
          </p:cNvSpPr>
          <p:nvPr>
            <p:ph type="sldNum" sz="quarter" idx="4"/>
          </p:nvPr>
        </p:nvSpPr>
        <p:spPr>
          <a:xfrm>
            <a:off x="8610600" y="6356351"/>
            <a:ext cx="274320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44216D-285E-4743-ADC0-F517FFC76697}" type="slidenum">
              <a:rPr lang="en-US" smtClean="0"/>
              <a:t>‹#›</a:t>
            </a:fld>
            <a:endParaRPr lang="en-US" dirty="0"/>
          </a:p>
        </p:txBody>
      </p:sp>
    </p:spTree>
    <p:extLst>
      <p:ext uri="{BB962C8B-B14F-4D97-AF65-F5344CB8AC3E}">
        <p14:creationId xmlns:p14="http://schemas.microsoft.com/office/powerpoint/2010/main" val="682915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9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8" indent="-228598" algn="l" defTabSz="91439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3" indent="-228598" algn="l" defTabSz="91439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89" indent="-228598" algn="l" defTabSz="91439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85"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0"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76"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72"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67"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63"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91" rtl="0" eaLnBrk="1" latinLnBrk="0" hangingPunct="1">
        <a:defRPr sz="1800" kern="1200">
          <a:solidFill>
            <a:schemeClr val="tx1"/>
          </a:solidFill>
          <a:latin typeface="+mn-lt"/>
          <a:ea typeface="+mn-ea"/>
          <a:cs typeface="+mn-cs"/>
        </a:defRPr>
      </a:lvl1pPr>
      <a:lvl2pPr marL="457196" algn="l" defTabSz="914391" rtl="0" eaLnBrk="1" latinLnBrk="0" hangingPunct="1">
        <a:defRPr sz="1800" kern="1200">
          <a:solidFill>
            <a:schemeClr val="tx1"/>
          </a:solidFill>
          <a:latin typeface="+mn-lt"/>
          <a:ea typeface="+mn-ea"/>
          <a:cs typeface="+mn-cs"/>
        </a:defRPr>
      </a:lvl2pPr>
      <a:lvl3pPr marL="914391" algn="l" defTabSz="914391" rtl="0" eaLnBrk="1" latinLnBrk="0" hangingPunct="1">
        <a:defRPr sz="1800" kern="1200">
          <a:solidFill>
            <a:schemeClr val="tx1"/>
          </a:solidFill>
          <a:latin typeface="+mn-lt"/>
          <a:ea typeface="+mn-ea"/>
          <a:cs typeface="+mn-cs"/>
        </a:defRPr>
      </a:lvl3pPr>
      <a:lvl4pPr marL="1371587" algn="l" defTabSz="914391" rtl="0" eaLnBrk="1" latinLnBrk="0" hangingPunct="1">
        <a:defRPr sz="1800" kern="1200">
          <a:solidFill>
            <a:schemeClr val="tx1"/>
          </a:solidFill>
          <a:latin typeface="+mn-lt"/>
          <a:ea typeface="+mn-ea"/>
          <a:cs typeface="+mn-cs"/>
        </a:defRPr>
      </a:lvl4pPr>
      <a:lvl5pPr marL="1828783" algn="l" defTabSz="914391" rtl="0" eaLnBrk="1" latinLnBrk="0" hangingPunct="1">
        <a:defRPr sz="1800" kern="1200">
          <a:solidFill>
            <a:schemeClr val="tx1"/>
          </a:solidFill>
          <a:latin typeface="+mn-lt"/>
          <a:ea typeface="+mn-ea"/>
          <a:cs typeface="+mn-cs"/>
        </a:defRPr>
      </a:lvl5pPr>
      <a:lvl6pPr marL="2285978" algn="l" defTabSz="914391" rtl="0" eaLnBrk="1" latinLnBrk="0" hangingPunct="1">
        <a:defRPr sz="1800" kern="1200">
          <a:solidFill>
            <a:schemeClr val="tx1"/>
          </a:solidFill>
          <a:latin typeface="+mn-lt"/>
          <a:ea typeface="+mn-ea"/>
          <a:cs typeface="+mn-cs"/>
        </a:defRPr>
      </a:lvl6pPr>
      <a:lvl7pPr marL="2743174" algn="l" defTabSz="914391" rtl="0" eaLnBrk="1" latinLnBrk="0" hangingPunct="1">
        <a:defRPr sz="1800" kern="1200">
          <a:solidFill>
            <a:schemeClr val="tx1"/>
          </a:solidFill>
          <a:latin typeface="+mn-lt"/>
          <a:ea typeface="+mn-ea"/>
          <a:cs typeface="+mn-cs"/>
        </a:defRPr>
      </a:lvl7pPr>
      <a:lvl8pPr marL="3200370" algn="l" defTabSz="914391" rtl="0" eaLnBrk="1" latinLnBrk="0" hangingPunct="1">
        <a:defRPr sz="1800" kern="1200">
          <a:solidFill>
            <a:schemeClr val="tx1"/>
          </a:solidFill>
          <a:latin typeface="+mn-lt"/>
          <a:ea typeface="+mn-ea"/>
          <a:cs typeface="+mn-cs"/>
        </a:defRPr>
      </a:lvl8pPr>
      <a:lvl9pPr marL="3657565" algn="l" defTabSz="91439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jpe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95B6DEB-2496-33B6-49AD-56D624D83D16}"/>
              </a:ext>
            </a:extLst>
          </p:cNvPr>
          <p:cNvPicPr>
            <a:picLocks noChangeAspect="1"/>
          </p:cNvPicPr>
          <p:nvPr/>
        </p:nvPicPr>
        <p:blipFill rotWithShape="1">
          <a:blip r:embed="rId2"/>
          <a:srcRect t="20235" b="23515"/>
          <a:stretch/>
        </p:blipFill>
        <p:spPr>
          <a:xfrm>
            <a:off x="1" y="1"/>
            <a:ext cx="12192000" cy="6857998"/>
          </a:xfrm>
          <a:prstGeom prst="rect">
            <a:avLst/>
          </a:prstGeom>
        </p:spPr>
      </p:pic>
      <p:sp>
        <p:nvSpPr>
          <p:cNvPr id="5" name="TextBox 4">
            <a:extLst>
              <a:ext uri="{FF2B5EF4-FFF2-40B4-BE49-F238E27FC236}">
                <a16:creationId xmlns:a16="http://schemas.microsoft.com/office/drawing/2014/main" id="{14988F7D-F280-0C1D-945A-DE9E1E7EA984}"/>
              </a:ext>
            </a:extLst>
          </p:cNvPr>
          <p:cNvSpPr txBox="1"/>
          <p:nvPr/>
        </p:nvSpPr>
        <p:spPr>
          <a:xfrm>
            <a:off x="1524000" y="2551840"/>
            <a:ext cx="9144000" cy="1754326"/>
          </a:xfrm>
          <a:prstGeom prst="rect">
            <a:avLst/>
          </a:prstGeom>
          <a:solidFill>
            <a:srgbClr val="FFFFFF">
              <a:alpha val="91000"/>
            </a:srgbClr>
          </a:solidFill>
          <a:ln w="279400" cap="sq" cmpd="thinThick" algn="ctr">
            <a:solidFill>
              <a:srgbClr val="FFFFFF">
                <a:alpha val="91000"/>
              </a:srgbClr>
            </a:solidFill>
            <a:prstDash val="solid"/>
            <a:miter lim="800000"/>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lnSpc>
                <a:spcPct val="90000"/>
              </a:lnSpc>
              <a:spcBef>
                <a:spcPct val="0"/>
              </a:spcBef>
              <a:spcAft>
                <a:spcPts val="600"/>
              </a:spcAft>
            </a:pPr>
            <a:r>
              <a:rPr lang="en-US" sz="5100">
                <a:solidFill>
                  <a:srgbClr val="262626"/>
                </a:solidFill>
                <a:latin typeface="+mj-lt"/>
                <a:ea typeface="+mj-ea"/>
                <a:cs typeface="+mj-cs"/>
              </a:rPr>
              <a:t>Data Base Indexing and Management Using B+ Tree</a:t>
            </a:r>
          </a:p>
        </p:txBody>
      </p:sp>
    </p:spTree>
    <p:extLst>
      <p:ext uri="{BB962C8B-B14F-4D97-AF65-F5344CB8AC3E}">
        <p14:creationId xmlns:p14="http://schemas.microsoft.com/office/powerpoint/2010/main" val="37388869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53BD17-A7FE-4352-9D7A-10482C6865A6}"/>
              </a:ext>
            </a:extLst>
          </p:cNvPr>
          <p:cNvSpPr>
            <a:spLocks noGrp="1"/>
          </p:cNvSpPr>
          <p:nvPr>
            <p:ph type="title"/>
          </p:nvPr>
        </p:nvSpPr>
        <p:spPr>
          <a:xfrm>
            <a:off x="838200" y="556995"/>
            <a:ext cx="10515600" cy="1133693"/>
          </a:xfrm>
        </p:spPr>
        <p:txBody>
          <a:bodyPr vert="horz" lIns="91440" tIns="45720" rIns="91440" bIns="45720" rtlCol="0" anchor="ctr">
            <a:normAutofit/>
          </a:bodyPr>
          <a:lstStyle/>
          <a:p>
            <a:pPr defTabSz="914400"/>
            <a:r>
              <a:rPr lang="en-US" sz="5200" dirty="0">
                <a:cs typeface="Segoe UI Semibold"/>
              </a:rPr>
              <a:t>Table Of Contents</a:t>
            </a:r>
            <a:endParaRPr lang="en-US" sz="5200" kern="1200" dirty="0">
              <a:latin typeface="+mj-lt"/>
              <a:cs typeface="Segoe UI Semibold"/>
            </a:endParaRPr>
          </a:p>
        </p:txBody>
      </p:sp>
      <p:graphicFrame>
        <p:nvGraphicFramePr>
          <p:cNvPr id="25" name="Content Placeholder 2">
            <a:extLst>
              <a:ext uri="{FF2B5EF4-FFF2-40B4-BE49-F238E27FC236}">
                <a16:creationId xmlns:a16="http://schemas.microsoft.com/office/drawing/2014/main" id="{7DC0FBB6-174B-1E41-5851-10FEBEB4A042}"/>
              </a:ext>
            </a:extLst>
          </p:cNvPr>
          <p:cNvGraphicFramePr>
            <a:graphicFrameLocks noGrp="1"/>
          </p:cNvGraphicFramePr>
          <p:nvPr>
            <p:ph idx="1"/>
            <p:extLst>
              <p:ext uri="{D42A27DB-BD31-4B8C-83A1-F6EECF244321}">
                <p14:modId xmlns:p14="http://schemas.microsoft.com/office/powerpoint/2010/main" val="24134163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943229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53BD17-A7FE-4352-9D7A-10482C6865A6}"/>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defTabSz="914400"/>
            <a:r>
              <a:rPr lang="en-US" sz="4400" kern="1200" dirty="0">
                <a:solidFill>
                  <a:srgbClr val="FFFFFF"/>
                </a:solidFill>
                <a:latin typeface="+mj-lt"/>
                <a:ea typeface="+mj-ea"/>
                <a:cs typeface="+mj-cs"/>
              </a:rPr>
              <a:t>Data Structures Used</a:t>
            </a:r>
          </a:p>
          <a:p>
            <a:pPr defTabSz="914400"/>
            <a:br>
              <a:rPr lang="en-US" sz="4400" kern="1200">
                <a:solidFill>
                  <a:srgbClr val="FFFFFF"/>
                </a:solidFill>
                <a:latin typeface="+mj-lt"/>
                <a:ea typeface="+mj-ea"/>
                <a:cs typeface="+mj-cs"/>
              </a:rPr>
            </a:br>
            <a:endParaRPr lang="en-US" sz="4400" kern="1200">
              <a:solidFill>
                <a:srgbClr val="FFFFFF"/>
              </a:solidFill>
              <a:latin typeface="+mj-lt"/>
              <a:ea typeface="+mj-ea"/>
              <a:cs typeface="+mj-cs"/>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B3C1D5B-11AC-48D7-B0A0-63BC88617D64}"/>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285750" indent="-228600" defTabSz="914400"/>
            <a:r>
              <a:rPr lang="en-US" b="1" dirty="0"/>
              <a:t>B PLUS TREE - </a:t>
            </a:r>
            <a:r>
              <a:rPr lang="en-US" dirty="0"/>
              <a:t>A B+ tree is a balanced tree data structure that is commonly used for indexing and organizing large amounts of data. It is an extension of the B-tree and is specifically designed for efficient disk-based storage systems.</a:t>
            </a:r>
            <a:endParaRPr lang="en-US" dirty="0">
              <a:cs typeface="Segoe UI"/>
            </a:endParaRPr>
          </a:p>
          <a:p>
            <a:pPr marL="285750" indent="-228600" defTabSz="914400"/>
            <a:r>
              <a:rPr lang="en-US" dirty="0">
                <a:cs typeface="Segoe UI"/>
              </a:rPr>
              <a:t>Using</a:t>
            </a:r>
            <a:r>
              <a:rPr lang="en-US" dirty="0">
                <a:latin typeface="Segoe UI Semibold"/>
                <a:cs typeface="Segoe UI"/>
              </a:rPr>
              <a:t> Queues</a:t>
            </a:r>
          </a:p>
          <a:p>
            <a:pPr marL="742950" lvl="1" indent="-228600" defTabSz="914400"/>
            <a:endParaRPr lang="en-US" b="1">
              <a:cs typeface="Segoe UI"/>
            </a:endParaRPr>
          </a:p>
          <a:p>
            <a:pPr marL="514350" lvl="1" indent="0" defTabSz="914400">
              <a:buNone/>
            </a:pPr>
            <a:endParaRPr lang="en-US" b="1" dirty="0">
              <a:cs typeface="Segoe UI"/>
            </a:endParaRPr>
          </a:p>
        </p:txBody>
      </p:sp>
    </p:spTree>
    <p:extLst>
      <p:ext uri="{BB962C8B-B14F-4D97-AF65-F5344CB8AC3E}">
        <p14:creationId xmlns:p14="http://schemas.microsoft.com/office/powerpoint/2010/main" val="1338397742"/>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BD17-A7FE-4352-9D7A-10482C6865A6}"/>
              </a:ext>
            </a:extLst>
          </p:cNvPr>
          <p:cNvSpPr>
            <a:spLocks noGrp="1"/>
          </p:cNvSpPr>
          <p:nvPr>
            <p:ph type="title"/>
          </p:nvPr>
        </p:nvSpPr>
        <p:spPr>
          <a:xfrm>
            <a:off x="454396" y="877254"/>
            <a:ext cx="9146972" cy="640080"/>
          </a:xfrm>
        </p:spPr>
        <p:txBody>
          <a:bodyPr>
            <a:normAutofit fontScale="90000"/>
          </a:bodyPr>
          <a:lstStyle/>
          <a:p>
            <a:r>
              <a:rPr lang="en-US" dirty="0">
                <a:solidFill>
                  <a:srgbClr val="25265E"/>
                </a:solidFill>
                <a:latin typeface="Segoe UI Semibold"/>
                <a:cs typeface="Segoe UI Semibold"/>
              </a:rPr>
              <a:t>Benefits and Advantages :</a:t>
            </a:r>
            <a:endParaRPr lang="en-US" dirty="0"/>
          </a:p>
          <a:p>
            <a:br>
              <a:rPr lang="en-US" dirty="0"/>
            </a:br>
            <a:endParaRPr lang="en-US" dirty="0"/>
          </a:p>
        </p:txBody>
      </p:sp>
      <p:sp>
        <p:nvSpPr>
          <p:cNvPr id="3" name="Content Placeholder 2">
            <a:extLst>
              <a:ext uri="{FF2B5EF4-FFF2-40B4-BE49-F238E27FC236}">
                <a16:creationId xmlns:a16="http://schemas.microsoft.com/office/drawing/2014/main" id="{4B3C1D5B-11AC-48D7-B0A0-63BC88617D64}"/>
              </a:ext>
            </a:extLst>
          </p:cNvPr>
          <p:cNvSpPr>
            <a:spLocks noGrp="1"/>
          </p:cNvSpPr>
          <p:nvPr>
            <p:ph sz="quarter" idx="10"/>
          </p:nvPr>
        </p:nvSpPr>
        <p:spPr>
          <a:xfrm>
            <a:off x="593778" y="1509612"/>
            <a:ext cx="9411829" cy="3977640"/>
          </a:xfrm>
        </p:spPr>
        <p:txBody>
          <a:bodyPr vert="horz" lIns="91440" tIns="45720" rIns="91440" bIns="45720" rtlCol="0" anchor="t">
            <a:noAutofit/>
          </a:bodyPr>
          <a:lstStyle/>
          <a:p>
            <a:pPr marL="227965" indent="-227965"/>
            <a:endParaRPr lang="en-US" dirty="0">
              <a:solidFill>
                <a:srgbClr val="595959"/>
              </a:solidFill>
              <a:latin typeface="Arial"/>
              <a:ea typeface="+mn-lt"/>
              <a:cs typeface="Arial"/>
            </a:endParaRPr>
          </a:p>
          <a:p>
            <a:pPr marL="227965" indent="-227965"/>
            <a:r>
              <a:rPr lang="en-US" sz="2000" dirty="0">
                <a:solidFill>
                  <a:srgbClr val="595959"/>
                </a:solidFill>
                <a:latin typeface="Segoe UI"/>
                <a:ea typeface="+mn-lt"/>
                <a:cs typeface="Arial"/>
              </a:rPr>
              <a:t>Hierarchical organization of data</a:t>
            </a:r>
            <a:endParaRPr lang="en-US" sz="2000">
              <a:latin typeface="Segoe UI"/>
              <a:cs typeface="Segoe UI"/>
            </a:endParaRPr>
          </a:p>
          <a:p>
            <a:pPr marL="227965" indent="-227965"/>
            <a:r>
              <a:rPr lang="en-US" sz="2000" dirty="0">
                <a:solidFill>
                  <a:srgbClr val="595959"/>
                </a:solidFill>
                <a:latin typeface="Segoe UI"/>
                <a:ea typeface="+mn-lt"/>
                <a:cs typeface="Arial"/>
              </a:rPr>
              <a:t>Efficient search, insertion, and deletion operations</a:t>
            </a:r>
            <a:endParaRPr lang="en-US" sz="2000">
              <a:latin typeface="Segoe UI"/>
              <a:cs typeface="Segoe UI"/>
            </a:endParaRPr>
          </a:p>
          <a:p>
            <a:pPr marL="227965" indent="-227965"/>
            <a:r>
              <a:rPr lang="en-US" sz="2000" dirty="0">
                <a:solidFill>
                  <a:srgbClr val="595959"/>
                </a:solidFill>
                <a:latin typeface="Segoe UI"/>
                <a:ea typeface="+mn-lt"/>
                <a:cs typeface="Arial"/>
              </a:rPr>
              <a:t>Dynamic and adaptable to changes in data</a:t>
            </a:r>
            <a:endParaRPr lang="en-US" sz="2000">
              <a:latin typeface="Segoe UI"/>
              <a:cs typeface="Segoe UI"/>
            </a:endParaRPr>
          </a:p>
          <a:p>
            <a:pPr marL="0" indent="0">
              <a:buNone/>
            </a:pPr>
            <a:r>
              <a:rPr lang="en-US" sz="2000" b="1" dirty="0">
                <a:solidFill>
                  <a:srgbClr val="595959"/>
                </a:solidFill>
                <a:latin typeface="Segoe UI"/>
                <a:ea typeface="+mn-lt"/>
                <a:cs typeface="Arial"/>
              </a:rPr>
              <a:t>Advantages of B+ trees for database indexing:</a:t>
            </a:r>
            <a:endParaRPr lang="en-US" sz="2000" b="1">
              <a:latin typeface="Segoe UI"/>
              <a:cs typeface="Segoe UI"/>
            </a:endParaRPr>
          </a:p>
          <a:p>
            <a:pPr marL="227965" indent="-227965"/>
            <a:r>
              <a:rPr lang="en-US" sz="2000" dirty="0">
                <a:solidFill>
                  <a:srgbClr val="595959"/>
                </a:solidFill>
                <a:latin typeface="Segoe UI"/>
                <a:ea typeface="+mn-lt"/>
                <a:cs typeface="Arial"/>
              </a:rPr>
              <a:t>Optimized for disk-based storage, minimizing disk I/O</a:t>
            </a:r>
            <a:endParaRPr lang="en-US" sz="2000">
              <a:latin typeface="Segoe UI"/>
              <a:cs typeface="Segoe UI"/>
            </a:endParaRPr>
          </a:p>
          <a:p>
            <a:pPr marL="227965" indent="-227965"/>
            <a:r>
              <a:rPr lang="en-US" sz="2000" dirty="0">
                <a:solidFill>
                  <a:srgbClr val="595959"/>
                </a:solidFill>
                <a:latin typeface="Segoe UI"/>
                <a:ea typeface="+mn-lt"/>
                <a:cs typeface="Arial"/>
              </a:rPr>
              <a:t>Supports range queries efficiently</a:t>
            </a:r>
            <a:endParaRPr lang="en-US" sz="2000">
              <a:latin typeface="Segoe UI"/>
              <a:cs typeface="Segoe UI"/>
            </a:endParaRPr>
          </a:p>
          <a:p>
            <a:pPr marL="227965" indent="-227965"/>
            <a:r>
              <a:rPr lang="en-US" sz="2000" dirty="0">
                <a:solidFill>
                  <a:srgbClr val="595959"/>
                </a:solidFill>
                <a:latin typeface="Segoe UI"/>
                <a:ea typeface="+mn-lt"/>
                <a:cs typeface="Arial"/>
              </a:rPr>
              <a:t>Easier to maintain balance and minimize tree height</a:t>
            </a:r>
            <a:endParaRPr lang="en-US" sz="2000" dirty="0">
              <a:latin typeface="Segoe UI"/>
            </a:endParaRPr>
          </a:p>
          <a:p>
            <a:pPr marL="285750" indent="-285750"/>
            <a:endParaRPr lang="en-US" dirty="0">
              <a:cs typeface="Segoe UI"/>
            </a:endParaRPr>
          </a:p>
        </p:txBody>
      </p:sp>
    </p:spTree>
    <p:extLst>
      <p:ext uri="{BB962C8B-B14F-4D97-AF65-F5344CB8AC3E}">
        <p14:creationId xmlns:p14="http://schemas.microsoft.com/office/powerpoint/2010/main" val="280959082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BD17-A7FE-4352-9D7A-10482C6865A6}"/>
              </a:ext>
            </a:extLst>
          </p:cNvPr>
          <p:cNvSpPr>
            <a:spLocks noGrp="1"/>
          </p:cNvSpPr>
          <p:nvPr>
            <p:ph type="title"/>
          </p:nvPr>
        </p:nvSpPr>
        <p:spPr>
          <a:xfrm>
            <a:off x="838200" y="365125"/>
            <a:ext cx="10515600" cy="1325563"/>
          </a:xfrm>
        </p:spPr>
        <p:txBody>
          <a:bodyPr anchor="ctr">
            <a:normAutofit/>
          </a:bodyPr>
          <a:lstStyle/>
          <a:p>
            <a:r>
              <a:rPr lang="en-US" sz="2800"/>
              <a:t>Introduction to B+ Tree</a:t>
            </a:r>
          </a:p>
          <a:p>
            <a:br>
              <a:rPr lang="en-US" sz="2800"/>
            </a:br>
            <a:endParaRPr lang="en-US" sz="2800"/>
          </a:p>
        </p:txBody>
      </p:sp>
      <p:sp>
        <p:nvSpPr>
          <p:cNvPr id="3" name="Content Placeholder 2">
            <a:extLst>
              <a:ext uri="{FF2B5EF4-FFF2-40B4-BE49-F238E27FC236}">
                <a16:creationId xmlns:a16="http://schemas.microsoft.com/office/drawing/2014/main" id="{4B3C1D5B-11AC-48D7-B0A0-63BC88617D64}"/>
              </a:ext>
            </a:extLst>
          </p:cNvPr>
          <p:cNvSpPr>
            <a:spLocks noGrp="1"/>
          </p:cNvSpPr>
          <p:nvPr>
            <p:ph sz="half" idx="1"/>
          </p:nvPr>
        </p:nvSpPr>
        <p:spPr>
          <a:xfrm>
            <a:off x="838200" y="1825625"/>
            <a:ext cx="5181601" cy="4351338"/>
          </a:xfrm>
        </p:spPr>
        <p:txBody>
          <a:bodyPr vert="horz" lIns="91440" tIns="45720" rIns="91440" bIns="45720" rtlCol="0">
            <a:normAutofit/>
          </a:bodyPr>
          <a:lstStyle/>
          <a:p>
            <a:pPr marL="285750" indent="-285750"/>
            <a:r>
              <a:rPr lang="en-US" sz="2400"/>
              <a:t>A B+ tree is an advanced form of a self-balancing tree in which all the values are present in the leaf level.</a:t>
            </a:r>
          </a:p>
          <a:p>
            <a:pPr marL="285750" indent="-285750"/>
            <a:r>
              <a:rPr lang="en-US" sz="2400"/>
              <a:t>An important concept to be understood before learning B+ tree is multilevel indexing. In multilevel indexing, the index of indices is created as in figure below. It makes accessing the data easier and faster.</a:t>
            </a:r>
          </a:p>
          <a:p>
            <a:pPr marL="227965" indent="-227965">
              <a:buNone/>
            </a:pPr>
            <a:br>
              <a:rPr lang="en-US" sz="2400"/>
            </a:br>
            <a:endParaRPr lang="en-US" sz="2400"/>
          </a:p>
        </p:txBody>
      </p:sp>
      <p:pic>
        <p:nvPicPr>
          <p:cNvPr id="5" name="Picture 5" descr="Diagram&#10;&#10;Description automatically generated">
            <a:extLst>
              <a:ext uri="{FF2B5EF4-FFF2-40B4-BE49-F238E27FC236}">
                <a16:creationId xmlns:a16="http://schemas.microsoft.com/office/drawing/2014/main" id="{BC1963F8-2B7D-D257-2FEA-00E08EFE86E8}"/>
              </a:ext>
            </a:extLst>
          </p:cNvPr>
          <p:cNvPicPr>
            <a:picLocks noChangeAspect="1"/>
          </p:cNvPicPr>
          <p:nvPr/>
        </p:nvPicPr>
        <p:blipFill>
          <a:blip r:embed="rId2"/>
          <a:stretch>
            <a:fillRect/>
          </a:stretch>
        </p:blipFill>
        <p:spPr>
          <a:xfrm>
            <a:off x="6172200" y="2485676"/>
            <a:ext cx="5181601" cy="3031235"/>
          </a:xfrm>
          <a:prstGeom prst="rect">
            <a:avLst/>
          </a:prstGeom>
          <a:noFill/>
        </p:spPr>
      </p:pic>
    </p:spTree>
    <p:extLst>
      <p:ext uri="{BB962C8B-B14F-4D97-AF65-F5344CB8AC3E}">
        <p14:creationId xmlns:p14="http://schemas.microsoft.com/office/powerpoint/2010/main" val="154416447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BD17-A7FE-4352-9D7A-10482C6865A6}"/>
              </a:ext>
            </a:extLst>
          </p:cNvPr>
          <p:cNvSpPr>
            <a:spLocks noGrp="1"/>
          </p:cNvSpPr>
          <p:nvPr>
            <p:ph type="title"/>
          </p:nvPr>
        </p:nvSpPr>
        <p:spPr>
          <a:xfrm>
            <a:off x="454396" y="877254"/>
            <a:ext cx="9146972" cy="640080"/>
          </a:xfrm>
        </p:spPr>
        <p:txBody>
          <a:bodyPr>
            <a:normAutofit fontScale="90000"/>
          </a:bodyPr>
          <a:lstStyle/>
          <a:p>
            <a:r>
              <a:rPr lang="en-US" dirty="0">
                <a:solidFill>
                  <a:srgbClr val="25265E"/>
                </a:solidFill>
              </a:rPr>
              <a:t>Introduction to B+ Tree</a:t>
            </a:r>
            <a:endParaRPr lang="en-US" dirty="0"/>
          </a:p>
          <a:p>
            <a:br>
              <a:rPr lang="en-US" dirty="0"/>
            </a:br>
            <a:endParaRPr lang="en-US" dirty="0"/>
          </a:p>
        </p:txBody>
      </p:sp>
      <p:sp>
        <p:nvSpPr>
          <p:cNvPr id="3" name="Content Placeholder 2">
            <a:extLst>
              <a:ext uri="{FF2B5EF4-FFF2-40B4-BE49-F238E27FC236}">
                <a16:creationId xmlns:a16="http://schemas.microsoft.com/office/drawing/2014/main" id="{4B3C1D5B-11AC-48D7-B0A0-63BC88617D64}"/>
              </a:ext>
            </a:extLst>
          </p:cNvPr>
          <p:cNvSpPr>
            <a:spLocks noGrp="1"/>
          </p:cNvSpPr>
          <p:nvPr>
            <p:ph sz="quarter" idx="10"/>
          </p:nvPr>
        </p:nvSpPr>
        <p:spPr>
          <a:xfrm>
            <a:off x="593778" y="1509612"/>
            <a:ext cx="9411829" cy="3977640"/>
          </a:xfrm>
        </p:spPr>
        <p:txBody>
          <a:bodyPr vert="horz" lIns="91440" tIns="45720" rIns="91440" bIns="45720" rtlCol="0" anchor="t">
            <a:noAutofit/>
          </a:bodyPr>
          <a:lstStyle/>
          <a:p>
            <a:pPr marL="0" indent="0">
              <a:buNone/>
            </a:pPr>
            <a:r>
              <a:rPr lang="en-US" sz="2000" b="1" dirty="0">
                <a:solidFill>
                  <a:srgbClr val="25265E"/>
                </a:solidFill>
              </a:rPr>
              <a:t>Properties of a B+ Tree</a:t>
            </a:r>
            <a:endParaRPr lang="en-US" sz="2000" b="1" dirty="0">
              <a:ea typeface="+mn-lt"/>
              <a:cs typeface="+mn-lt"/>
            </a:endParaRPr>
          </a:p>
          <a:p>
            <a:pPr marL="227965" indent="-227965"/>
            <a:r>
              <a:rPr lang="en-US" sz="2000" dirty="0">
                <a:ea typeface="+mn-lt"/>
                <a:cs typeface="+mn-lt"/>
              </a:rPr>
              <a:t>All leaves are at the same level.</a:t>
            </a:r>
          </a:p>
          <a:p>
            <a:pPr marL="227965" indent="-227965"/>
            <a:r>
              <a:rPr lang="en-US" sz="2000" dirty="0">
                <a:ea typeface="+mn-lt"/>
                <a:cs typeface="+mn-lt"/>
              </a:rPr>
              <a:t>The root has at least two children.</a:t>
            </a:r>
          </a:p>
          <a:p>
            <a:pPr marL="227965" indent="-227965"/>
            <a:r>
              <a:rPr lang="en-US" sz="2000" dirty="0">
                <a:ea typeface="+mn-lt"/>
                <a:cs typeface="+mn-lt"/>
              </a:rPr>
              <a:t>Each node except root can have a maximum of m children and at least </a:t>
            </a:r>
            <a:r>
              <a:rPr lang="en-US" sz="2000" u="sng" dirty="0">
                <a:ea typeface="+mn-lt"/>
                <a:cs typeface="+mn-lt"/>
              </a:rPr>
              <a:t>m/2</a:t>
            </a:r>
            <a:r>
              <a:rPr lang="en-US" sz="2000" dirty="0">
                <a:ea typeface="+mn-lt"/>
                <a:cs typeface="+mn-lt"/>
              </a:rPr>
              <a:t> children.</a:t>
            </a:r>
          </a:p>
          <a:p>
            <a:pPr marL="227965" indent="-227965"/>
            <a:r>
              <a:rPr lang="en-US" sz="2000" dirty="0">
                <a:ea typeface="+mn-lt"/>
                <a:cs typeface="+mn-lt"/>
              </a:rPr>
              <a:t>Each node can contain a maximum of </a:t>
            </a:r>
            <a:r>
              <a:rPr lang="en-US" sz="2000" u="sng" dirty="0">
                <a:ea typeface="+mn-lt"/>
                <a:cs typeface="+mn-lt"/>
              </a:rPr>
              <a:t>m</a:t>
            </a:r>
            <a:r>
              <a:rPr lang="en-US" sz="2000" dirty="0">
                <a:ea typeface="+mn-lt"/>
                <a:cs typeface="+mn-lt"/>
              </a:rPr>
              <a:t> </a:t>
            </a:r>
            <a:r>
              <a:rPr lang="en-US" sz="2000" u="sng" dirty="0">
                <a:ea typeface="+mn-lt"/>
                <a:cs typeface="+mn-lt"/>
              </a:rPr>
              <a:t>- 1</a:t>
            </a:r>
            <a:r>
              <a:rPr lang="en-US" sz="2000" dirty="0">
                <a:ea typeface="+mn-lt"/>
                <a:cs typeface="+mn-lt"/>
              </a:rPr>
              <a:t> keys and a minimum of </a:t>
            </a:r>
            <a:r>
              <a:rPr lang="en-US" sz="2000" u="sng" dirty="0">
                <a:ea typeface="+mn-lt"/>
                <a:cs typeface="+mn-lt"/>
              </a:rPr>
              <a:t>⌈m/2⌉</a:t>
            </a:r>
            <a:r>
              <a:rPr lang="en-US" sz="2000" dirty="0">
                <a:ea typeface="+mn-lt"/>
                <a:cs typeface="+mn-lt"/>
              </a:rPr>
              <a:t> </a:t>
            </a:r>
            <a:r>
              <a:rPr lang="en-US" sz="2000" u="sng" dirty="0">
                <a:ea typeface="+mn-lt"/>
                <a:cs typeface="+mn-lt"/>
              </a:rPr>
              <a:t>- 1</a:t>
            </a:r>
            <a:r>
              <a:rPr lang="en-US" sz="2000" dirty="0">
                <a:ea typeface="+mn-lt"/>
                <a:cs typeface="+mn-lt"/>
              </a:rPr>
              <a:t> keys.</a:t>
            </a:r>
            <a:br>
              <a:rPr lang="en-US" dirty="0"/>
            </a:br>
            <a:endParaRPr lang="en-US">
              <a:cs typeface="Segoe UI"/>
            </a:endParaRPr>
          </a:p>
        </p:txBody>
      </p:sp>
    </p:spTree>
    <p:extLst>
      <p:ext uri="{BB962C8B-B14F-4D97-AF65-F5344CB8AC3E}">
        <p14:creationId xmlns:p14="http://schemas.microsoft.com/office/powerpoint/2010/main" val="62511254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BD17-A7FE-4352-9D7A-10482C6865A6}"/>
              </a:ext>
            </a:extLst>
          </p:cNvPr>
          <p:cNvSpPr>
            <a:spLocks noGrp="1"/>
          </p:cNvSpPr>
          <p:nvPr>
            <p:ph type="title"/>
          </p:nvPr>
        </p:nvSpPr>
        <p:spPr>
          <a:xfrm>
            <a:off x="454396" y="877254"/>
            <a:ext cx="9146972" cy="640080"/>
          </a:xfrm>
        </p:spPr>
        <p:txBody>
          <a:bodyPr>
            <a:normAutofit fontScale="90000"/>
          </a:bodyPr>
          <a:lstStyle/>
          <a:p>
            <a:r>
              <a:rPr lang="en-US" dirty="0">
                <a:solidFill>
                  <a:srgbClr val="25265E"/>
                </a:solidFill>
                <a:latin typeface="Segoe UI Semibold"/>
                <a:cs typeface="Segoe UI Semibold"/>
              </a:rPr>
              <a:t>   Searching on B+ Tree</a:t>
            </a:r>
            <a:endParaRPr lang="en-US" dirty="0">
              <a:solidFill>
                <a:srgbClr val="000000"/>
              </a:solidFill>
              <a:latin typeface="Segoe UI Semibold"/>
              <a:cs typeface="Segoe UI Semibold"/>
            </a:endParaRPr>
          </a:p>
          <a:p>
            <a:br>
              <a:rPr lang="en-US" dirty="0"/>
            </a:br>
            <a:endParaRPr lang="en-US" dirty="0"/>
          </a:p>
        </p:txBody>
      </p:sp>
      <p:sp>
        <p:nvSpPr>
          <p:cNvPr id="3" name="Content Placeholder 2">
            <a:extLst>
              <a:ext uri="{FF2B5EF4-FFF2-40B4-BE49-F238E27FC236}">
                <a16:creationId xmlns:a16="http://schemas.microsoft.com/office/drawing/2014/main" id="{4B3C1D5B-11AC-48D7-B0A0-63BC88617D64}"/>
              </a:ext>
            </a:extLst>
          </p:cNvPr>
          <p:cNvSpPr>
            <a:spLocks noGrp="1"/>
          </p:cNvSpPr>
          <p:nvPr>
            <p:ph sz="quarter" idx="10"/>
          </p:nvPr>
        </p:nvSpPr>
        <p:spPr>
          <a:xfrm>
            <a:off x="593778" y="1509612"/>
            <a:ext cx="9411829" cy="3977640"/>
          </a:xfrm>
        </p:spPr>
        <p:txBody>
          <a:bodyPr vert="horz" lIns="91440" tIns="45720" rIns="91440" bIns="45720" rtlCol="0" anchor="t">
            <a:noAutofit/>
          </a:bodyPr>
          <a:lstStyle/>
          <a:p>
            <a:pPr marL="227965" indent="-227965">
              <a:buNone/>
            </a:pPr>
            <a:r>
              <a:rPr lang="en-US" sz="2000" dirty="0">
                <a:latin typeface="Segoe UI Semibold"/>
                <a:ea typeface="+mn-lt"/>
                <a:cs typeface="+mn-lt"/>
              </a:rPr>
              <a:t>E.g. Let us search </a:t>
            </a:r>
            <a:r>
              <a:rPr lang="en-US" sz="2000" u="sng" dirty="0">
                <a:latin typeface="Segoe UI Semibold"/>
                <a:ea typeface="+mn-lt"/>
                <a:cs typeface="+mn-lt"/>
              </a:rPr>
              <a:t>k =</a:t>
            </a:r>
            <a:r>
              <a:rPr lang="en-US" sz="2000" dirty="0">
                <a:latin typeface="Segoe UI Semibold"/>
                <a:ea typeface="+mn-lt"/>
                <a:cs typeface="+mn-lt"/>
              </a:rPr>
              <a:t> </a:t>
            </a:r>
            <a:r>
              <a:rPr lang="en-US" sz="2000" u="sng" dirty="0">
                <a:latin typeface="Segoe UI Semibold"/>
                <a:ea typeface="+mn-lt"/>
                <a:cs typeface="+mn-lt"/>
              </a:rPr>
              <a:t>45</a:t>
            </a:r>
            <a:r>
              <a:rPr lang="en-US" sz="2000" dirty="0">
                <a:latin typeface="Segoe UI Semibold"/>
                <a:ea typeface="+mn-lt"/>
                <a:cs typeface="+mn-lt"/>
              </a:rPr>
              <a:t> on the following B+ tree.</a:t>
            </a:r>
            <a:endParaRPr lang="en-US" sz="2000">
              <a:latin typeface="Segoe UI Semibold"/>
              <a:cs typeface="Segoe UI"/>
            </a:endParaRPr>
          </a:p>
        </p:txBody>
      </p:sp>
      <p:pic>
        <p:nvPicPr>
          <p:cNvPr id="5" name="Picture 5" descr="Diagram&#10;&#10;Description automatically generated">
            <a:extLst>
              <a:ext uri="{FF2B5EF4-FFF2-40B4-BE49-F238E27FC236}">
                <a16:creationId xmlns:a16="http://schemas.microsoft.com/office/drawing/2014/main" id="{D75A4002-150F-0DD7-1776-7706DA59F848}"/>
              </a:ext>
            </a:extLst>
          </p:cNvPr>
          <p:cNvPicPr>
            <a:picLocks noChangeAspect="1"/>
          </p:cNvPicPr>
          <p:nvPr/>
        </p:nvPicPr>
        <p:blipFill>
          <a:blip r:embed="rId2"/>
          <a:stretch>
            <a:fillRect/>
          </a:stretch>
        </p:blipFill>
        <p:spPr>
          <a:xfrm>
            <a:off x="459180" y="3851093"/>
            <a:ext cx="3099459" cy="1372540"/>
          </a:xfrm>
          <a:prstGeom prst="rect">
            <a:avLst/>
          </a:prstGeom>
        </p:spPr>
      </p:pic>
      <p:pic>
        <p:nvPicPr>
          <p:cNvPr id="6" name="Picture 6" descr="Diagram&#10;&#10;Description automatically generated">
            <a:extLst>
              <a:ext uri="{FF2B5EF4-FFF2-40B4-BE49-F238E27FC236}">
                <a16:creationId xmlns:a16="http://schemas.microsoft.com/office/drawing/2014/main" id="{89D4C747-9AA1-2A18-50B8-FD3CDF1CFA56}"/>
              </a:ext>
            </a:extLst>
          </p:cNvPr>
          <p:cNvPicPr>
            <a:picLocks noChangeAspect="1"/>
          </p:cNvPicPr>
          <p:nvPr/>
        </p:nvPicPr>
        <p:blipFill>
          <a:blip r:embed="rId3"/>
          <a:stretch>
            <a:fillRect/>
          </a:stretch>
        </p:blipFill>
        <p:spPr>
          <a:xfrm>
            <a:off x="4585856" y="3811509"/>
            <a:ext cx="3238005" cy="1412125"/>
          </a:xfrm>
          <a:prstGeom prst="rect">
            <a:avLst/>
          </a:prstGeom>
        </p:spPr>
      </p:pic>
      <p:pic>
        <p:nvPicPr>
          <p:cNvPr id="7" name="Picture 7" descr="Diagram&#10;&#10;Description automatically generated">
            <a:extLst>
              <a:ext uri="{FF2B5EF4-FFF2-40B4-BE49-F238E27FC236}">
                <a16:creationId xmlns:a16="http://schemas.microsoft.com/office/drawing/2014/main" id="{79689B3E-40BB-1F5C-C1FC-9DB588A3099F}"/>
              </a:ext>
            </a:extLst>
          </p:cNvPr>
          <p:cNvPicPr>
            <a:picLocks noChangeAspect="1"/>
          </p:cNvPicPr>
          <p:nvPr/>
        </p:nvPicPr>
        <p:blipFill>
          <a:blip r:embed="rId4"/>
          <a:stretch>
            <a:fillRect/>
          </a:stretch>
        </p:blipFill>
        <p:spPr>
          <a:xfrm>
            <a:off x="8306791" y="3781821"/>
            <a:ext cx="3247901" cy="1441813"/>
          </a:xfrm>
          <a:prstGeom prst="rect">
            <a:avLst/>
          </a:prstGeom>
        </p:spPr>
      </p:pic>
    </p:spTree>
    <p:extLst>
      <p:ext uri="{BB962C8B-B14F-4D97-AF65-F5344CB8AC3E}">
        <p14:creationId xmlns:p14="http://schemas.microsoft.com/office/powerpoint/2010/main" val="262627411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35497C-A9E1-A40D-9658-67D008EE606D}"/>
              </a:ext>
            </a:extLst>
          </p:cNvPr>
          <p:cNvPicPr>
            <a:picLocks noChangeAspect="1"/>
          </p:cNvPicPr>
          <p:nvPr/>
        </p:nvPicPr>
        <p:blipFill rotWithShape="1">
          <a:blip r:embed="rId2">
            <a:duotone>
              <a:schemeClr val="bg2">
                <a:shade val="45000"/>
                <a:satMod val="135000"/>
              </a:schemeClr>
              <a:prstClr val="white"/>
            </a:duotone>
          </a:blip>
          <a:srcRect l="9092" t="31820" r="-7" b="-7"/>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53BD17-A7FE-4352-9D7A-10482C6865A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defTabSz="914400"/>
            <a:r>
              <a:rPr lang="en-US" sz="2800" dirty="0"/>
              <a:t>Insertion on a B+ Tree</a:t>
            </a:r>
          </a:p>
          <a:p>
            <a:pPr defTabSz="914400"/>
            <a:br>
              <a:rPr lang="en-US" sz="2800" dirty="0"/>
            </a:br>
            <a:endParaRPr lang="en-US" sz="2800"/>
          </a:p>
        </p:txBody>
      </p:sp>
      <p:graphicFrame>
        <p:nvGraphicFramePr>
          <p:cNvPr id="7" name="Content Placeholder 2">
            <a:extLst>
              <a:ext uri="{FF2B5EF4-FFF2-40B4-BE49-F238E27FC236}">
                <a16:creationId xmlns:a16="http://schemas.microsoft.com/office/drawing/2014/main" id="{30F7DDE1-1B47-22E2-1DE6-73C32C85CC5D}"/>
              </a:ext>
            </a:extLst>
          </p:cNvPr>
          <p:cNvGraphicFramePr/>
          <p:nvPr>
            <p:extLst>
              <p:ext uri="{D42A27DB-BD31-4B8C-83A1-F6EECF244321}">
                <p14:modId xmlns:p14="http://schemas.microsoft.com/office/powerpoint/2010/main" val="210423726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975898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E19FF-DAD9-4AB4-9D83-993EE9FE6846}"/>
              </a:ext>
            </a:extLst>
          </p:cNvPr>
          <p:cNvSpPr>
            <a:spLocks noGrp="1"/>
          </p:cNvSpPr>
          <p:nvPr>
            <p:ph type="title"/>
          </p:nvPr>
        </p:nvSpPr>
        <p:spPr>
          <a:xfrm>
            <a:off x="454396" y="798085"/>
            <a:ext cx="9146972" cy="640080"/>
          </a:xfrm>
        </p:spPr>
        <p:txBody>
          <a:bodyPr>
            <a:normAutofit fontScale="90000"/>
          </a:bodyPr>
          <a:lstStyle/>
          <a:p>
            <a:r>
              <a:rPr lang="en-US" sz="2700" dirty="0">
                <a:solidFill>
                  <a:srgbClr val="25265E"/>
                </a:solidFill>
              </a:rPr>
              <a:t>Insertion on a B+ Tree</a:t>
            </a:r>
            <a:endParaRPr lang="en-US" dirty="0"/>
          </a:p>
          <a:p>
            <a:br>
              <a:rPr lang="en-US" dirty="0"/>
            </a:br>
            <a:endParaRPr lang="en-US" dirty="0"/>
          </a:p>
        </p:txBody>
      </p:sp>
      <p:sp>
        <p:nvSpPr>
          <p:cNvPr id="40" name="Oval 39" descr="Small circle">
            <a:extLst>
              <a:ext uri="{FF2B5EF4-FFF2-40B4-BE49-F238E27FC236}">
                <a16:creationId xmlns:a16="http://schemas.microsoft.com/office/drawing/2014/main" id="{0C3A28BB-9675-8648-9563-A663628F48F5}"/>
              </a:ext>
            </a:extLst>
          </p:cNvPr>
          <p:cNvSpPr>
            <a:spLocks noChangeAspect="1"/>
          </p:cNvSpPr>
          <p:nvPr/>
        </p:nvSpPr>
        <p:spPr bwMode="blackWhite">
          <a:xfrm>
            <a:off x="530197" y="1503788"/>
            <a:ext cx="409838" cy="4098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1">
            <a:extLst>
              <a:ext uri="{FF2B5EF4-FFF2-40B4-BE49-F238E27FC236}">
                <a16:creationId xmlns:a16="http://schemas.microsoft.com/office/drawing/2014/main" id="{516D502C-EEB8-7641-9141-D6049BAE3252}"/>
              </a:ext>
            </a:extLst>
          </p:cNvPr>
          <p:cNvSpPr txBox="1">
            <a:spLocks noChangeAspect="1"/>
          </p:cNvSpPr>
          <p:nvPr/>
        </p:nvSpPr>
        <p:spPr bwMode="blackWhite">
          <a:xfrm>
            <a:off x="457571" y="1520182"/>
            <a:ext cx="558179" cy="369332"/>
          </a:xfrm>
          <a:prstGeom prst="rect">
            <a:avLst/>
          </a:prstGeom>
          <a:noFill/>
        </p:spPr>
        <p:txBody>
          <a:bodyPr wrap="square" rtlCol="0">
            <a:spAutoFit/>
          </a:bodyPr>
          <a:lstStyle/>
          <a:p>
            <a:pPr algn="ctr"/>
            <a:r>
              <a:rPr lang="en-US" dirty="0">
                <a:solidFill>
                  <a:schemeClr val="bg1"/>
                </a:solidFill>
                <a:cs typeface="Segoe UI Semibold" panose="020B0702040204020203" pitchFamily="34" charset="0"/>
              </a:rPr>
              <a:t>1</a:t>
            </a:r>
          </a:p>
        </p:txBody>
      </p:sp>
      <p:sp>
        <p:nvSpPr>
          <p:cNvPr id="51" name="Content Placeholder 7">
            <a:extLst>
              <a:ext uri="{FF2B5EF4-FFF2-40B4-BE49-F238E27FC236}">
                <a16:creationId xmlns:a16="http://schemas.microsoft.com/office/drawing/2014/main" id="{A6D40621-9F60-B248-A84C-7DCBF898D4DB}"/>
              </a:ext>
            </a:extLst>
          </p:cNvPr>
          <p:cNvSpPr txBox="1">
            <a:spLocks/>
          </p:cNvSpPr>
          <p:nvPr/>
        </p:nvSpPr>
        <p:spPr>
          <a:xfrm>
            <a:off x="1007952" y="1509612"/>
            <a:ext cx="10158364" cy="2660550"/>
          </a:xfrm>
          <a:prstGeom prst="rect">
            <a:avLst/>
          </a:prstGeom>
        </p:spPr>
        <p:txBody>
          <a:bodyPr vert="horz" lIns="91440" tIns="45720" rIns="91440" bIns="45720" rtlCol="0" anchor="t">
            <a:normAutofit/>
          </a:bodyPr>
          <a:lstStyle>
            <a:lvl1pPr marL="228598" indent="-228598" algn="l" defTabSz="914391" rtl="0" eaLnBrk="1" latinLnBrk="0" hangingPunct="1">
              <a:lnSpc>
                <a:spcPct val="100000"/>
              </a:lnSpc>
              <a:spcBef>
                <a:spcPts val="10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1pPr>
            <a:lvl2pPr marL="685793"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2pPr>
            <a:lvl3pPr marL="1142989"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3pPr>
            <a:lvl4pPr marL="1600185"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4pPr>
            <a:lvl5pPr marL="2057380" indent="-228598" algn="l" defTabSz="914391" rtl="0" eaLnBrk="1" latinLnBrk="0" hangingPunct="1">
              <a:lnSpc>
                <a:spcPct val="100000"/>
              </a:lnSpc>
              <a:spcBef>
                <a:spcPts val="500"/>
              </a:spcBef>
              <a:buFont typeface="Arial" panose="020B0604020202020204" pitchFamily="34" charset="0"/>
              <a:buChar char="•"/>
              <a:defRPr lang="en-US" sz="1400" kern="1200">
                <a:solidFill>
                  <a:schemeClr val="tx1">
                    <a:lumMod val="75000"/>
                    <a:lumOff val="25000"/>
                  </a:schemeClr>
                </a:solidFill>
                <a:latin typeface="+mn-lt"/>
                <a:ea typeface="+mn-ea"/>
                <a:cs typeface="+mn-cs"/>
              </a:defRPr>
            </a:lvl5pPr>
            <a:lvl6pPr marL="2514576"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72"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67"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63"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a:buNone/>
            </a:pPr>
            <a:r>
              <a:rPr lang="en-US" b="1" dirty="0">
                <a:ea typeface="+mn-lt"/>
                <a:cs typeface="+mn-lt"/>
              </a:rPr>
              <a:t>Let's see how insertion works by </a:t>
            </a:r>
            <a:r>
              <a:rPr lang="en-US" b="1" err="1">
                <a:ea typeface="+mn-lt"/>
                <a:cs typeface="+mn-lt"/>
              </a:rPr>
              <a:t>inseting</a:t>
            </a:r>
            <a:r>
              <a:rPr lang="en-US" b="1" dirty="0">
                <a:ea typeface="+mn-lt"/>
                <a:cs typeface="+mn-lt"/>
              </a:rPr>
              <a:t> elements in tree </a:t>
            </a:r>
            <a:r>
              <a:rPr lang="en-US" b="1" err="1">
                <a:ea typeface="+mn-lt"/>
                <a:cs typeface="+mn-lt"/>
              </a:rPr>
              <a:t>e,g</a:t>
            </a:r>
            <a:r>
              <a:rPr lang="en-US" b="1" dirty="0">
                <a:ea typeface="+mn-lt"/>
                <a:cs typeface="+mn-lt"/>
              </a:rPr>
              <a:t> =&gt; 5,15, 25, 35, 45.</a:t>
            </a:r>
            <a:endParaRPr lang="en-US" b="1" dirty="0">
              <a:cs typeface="Segoe UI"/>
            </a:endParaRPr>
          </a:p>
          <a:p>
            <a:pPr marL="342900" indent="-342900">
              <a:buAutoNum type="arabicPeriod"/>
            </a:pPr>
            <a:r>
              <a:rPr lang="en-US" dirty="0">
                <a:ea typeface="+mn-lt"/>
                <a:cs typeface="+mn-lt"/>
              </a:rPr>
              <a:t>Insert 5                                                                                                       2.  Insert 15</a:t>
            </a:r>
          </a:p>
          <a:p>
            <a:pPr marL="342900" indent="-342900">
              <a:buAutoNum type="arabicPeriod"/>
            </a:pPr>
            <a:endParaRPr lang="en-US" dirty="0">
              <a:cs typeface="Segoe UI"/>
            </a:endParaRPr>
          </a:p>
          <a:p>
            <a:pPr marL="0" indent="0">
              <a:spcAft>
                <a:spcPts val="1200"/>
              </a:spcAft>
              <a:buNone/>
            </a:pPr>
            <a:endParaRPr lang="en-US" sz="1600" dirty="0">
              <a:solidFill>
                <a:srgbClr val="000000"/>
              </a:solidFill>
              <a:cs typeface="Segoe UI"/>
            </a:endParaRPr>
          </a:p>
        </p:txBody>
      </p:sp>
      <p:sp>
        <p:nvSpPr>
          <p:cNvPr id="4" name="TextBox 3">
            <a:extLst>
              <a:ext uri="{FF2B5EF4-FFF2-40B4-BE49-F238E27FC236}">
                <a16:creationId xmlns:a16="http://schemas.microsoft.com/office/drawing/2014/main" id="{4B4FAFDF-875F-2273-7614-10BE1268EBBD}"/>
              </a:ext>
            </a:extLst>
          </p:cNvPr>
          <p:cNvSpPr txBox="1"/>
          <p:nvPr/>
        </p:nvSpPr>
        <p:spPr>
          <a:xfrm>
            <a:off x="7229606" y="2636729"/>
            <a:ext cx="407930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endParaRPr lang="en-US" sz="1400" dirty="0">
              <a:ea typeface="+mn-lt"/>
              <a:cs typeface="+mn-lt"/>
            </a:endParaRPr>
          </a:p>
        </p:txBody>
      </p:sp>
      <p:pic>
        <p:nvPicPr>
          <p:cNvPr id="5" name="Picture 7" descr="A picture containing text, sign, dark&#10;&#10;Description automatically generated">
            <a:extLst>
              <a:ext uri="{FF2B5EF4-FFF2-40B4-BE49-F238E27FC236}">
                <a16:creationId xmlns:a16="http://schemas.microsoft.com/office/drawing/2014/main" id="{024E7109-1FBD-CB07-0E79-B36806FBA173}"/>
              </a:ext>
            </a:extLst>
          </p:cNvPr>
          <p:cNvPicPr>
            <a:picLocks noChangeAspect="1"/>
          </p:cNvPicPr>
          <p:nvPr/>
        </p:nvPicPr>
        <p:blipFill>
          <a:blip r:embed="rId2"/>
          <a:stretch>
            <a:fillRect/>
          </a:stretch>
        </p:blipFill>
        <p:spPr>
          <a:xfrm>
            <a:off x="1192781" y="2137859"/>
            <a:ext cx="1117657" cy="1117657"/>
          </a:xfrm>
          <a:prstGeom prst="rect">
            <a:avLst/>
          </a:prstGeom>
        </p:spPr>
      </p:pic>
      <p:pic>
        <p:nvPicPr>
          <p:cNvPr id="8" name="Picture 8" descr="A picture containing text, sign, dark&#10;&#10;Description automatically generated">
            <a:extLst>
              <a:ext uri="{FF2B5EF4-FFF2-40B4-BE49-F238E27FC236}">
                <a16:creationId xmlns:a16="http://schemas.microsoft.com/office/drawing/2014/main" id="{08BA92BE-18AB-FC08-2C10-443DC2EE4011}"/>
              </a:ext>
            </a:extLst>
          </p:cNvPr>
          <p:cNvPicPr>
            <a:picLocks noChangeAspect="1"/>
          </p:cNvPicPr>
          <p:nvPr/>
        </p:nvPicPr>
        <p:blipFill>
          <a:blip r:embed="rId3"/>
          <a:stretch>
            <a:fillRect/>
          </a:stretch>
        </p:blipFill>
        <p:spPr>
          <a:xfrm>
            <a:off x="6771120" y="2137859"/>
            <a:ext cx="1638384" cy="1117657"/>
          </a:xfrm>
          <a:prstGeom prst="rect">
            <a:avLst/>
          </a:prstGeom>
        </p:spPr>
      </p:pic>
      <p:sp>
        <p:nvSpPr>
          <p:cNvPr id="9" name="TextBox 8">
            <a:extLst>
              <a:ext uri="{FF2B5EF4-FFF2-40B4-BE49-F238E27FC236}">
                <a16:creationId xmlns:a16="http://schemas.microsoft.com/office/drawing/2014/main" id="{78029687-B1AD-BCD4-62E0-B4D936DC6DA2}"/>
              </a:ext>
            </a:extLst>
          </p:cNvPr>
          <p:cNvSpPr txBox="1"/>
          <p:nvPr/>
        </p:nvSpPr>
        <p:spPr>
          <a:xfrm>
            <a:off x="1192480" y="3339934"/>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ea typeface="+mn-lt"/>
                <a:cs typeface="+mn-lt"/>
              </a:rPr>
              <a:t>3.  Insert 25</a:t>
            </a:r>
            <a:endParaRPr lang="en-US" dirty="0">
              <a:cs typeface="Segoe UI"/>
            </a:endParaRPr>
          </a:p>
        </p:txBody>
      </p:sp>
      <p:pic>
        <p:nvPicPr>
          <p:cNvPr id="11" name="Picture 11" descr="A picture containing text, clock, gauge&#10;&#10;Description automatically generated">
            <a:extLst>
              <a:ext uri="{FF2B5EF4-FFF2-40B4-BE49-F238E27FC236}">
                <a16:creationId xmlns:a16="http://schemas.microsoft.com/office/drawing/2014/main" id="{34F72390-4C4D-D6AC-F109-5F7F71A4DF97}"/>
              </a:ext>
            </a:extLst>
          </p:cNvPr>
          <p:cNvPicPr>
            <a:picLocks noChangeAspect="1"/>
          </p:cNvPicPr>
          <p:nvPr/>
        </p:nvPicPr>
        <p:blipFill>
          <a:blip r:embed="rId4"/>
          <a:stretch>
            <a:fillRect/>
          </a:stretch>
        </p:blipFill>
        <p:spPr>
          <a:xfrm>
            <a:off x="1250868" y="3465263"/>
            <a:ext cx="6127667" cy="1392098"/>
          </a:xfrm>
          <a:prstGeom prst="rect">
            <a:avLst/>
          </a:prstGeom>
        </p:spPr>
      </p:pic>
      <p:sp>
        <p:nvSpPr>
          <p:cNvPr id="12" name="TextBox 11">
            <a:extLst>
              <a:ext uri="{FF2B5EF4-FFF2-40B4-BE49-F238E27FC236}">
                <a16:creationId xmlns:a16="http://schemas.microsoft.com/office/drawing/2014/main" id="{05AE6826-35C5-D9A1-2618-A828A9566679}"/>
              </a:ext>
            </a:extLst>
          </p:cNvPr>
          <p:cNvSpPr txBox="1"/>
          <p:nvPr/>
        </p:nvSpPr>
        <p:spPr>
          <a:xfrm>
            <a:off x="1202376" y="4913414"/>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ea typeface="+mn-lt"/>
                <a:cs typeface="+mn-lt"/>
              </a:rPr>
              <a:t>4.  Insert 35</a:t>
            </a:r>
            <a:endParaRPr lang="en-US" dirty="0">
              <a:cs typeface="Segoe UI"/>
            </a:endParaRPr>
          </a:p>
        </p:txBody>
      </p:sp>
      <p:pic>
        <p:nvPicPr>
          <p:cNvPr id="13" name="Picture 13">
            <a:extLst>
              <a:ext uri="{FF2B5EF4-FFF2-40B4-BE49-F238E27FC236}">
                <a16:creationId xmlns:a16="http://schemas.microsoft.com/office/drawing/2014/main" id="{221FEDD0-A4FE-326C-F105-933C7E526CCF}"/>
              </a:ext>
            </a:extLst>
          </p:cNvPr>
          <p:cNvPicPr>
            <a:picLocks noChangeAspect="1"/>
          </p:cNvPicPr>
          <p:nvPr/>
        </p:nvPicPr>
        <p:blipFill>
          <a:blip r:embed="rId5"/>
          <a:stretch>
            <a:fillRect/>
          </a:stretch>
        </p:blipFill>
        <p:spPr>
          <a:xfrm>
            <a:off x="1597231" y="5067455"/>
            <a:ext cx="7701148" cy="1631557"/>
          </a:xfrm>
          <a:prstGeom prst="rect">
            <a:avLst/>
          </a:prstGeom>
        </p:spPr>
      </p:pic>
    </p:spTree>
    <p:extLst>
      <p:ext uri="{BB962C8B-B14F-4D97-AF65-F5344CB8AC3E}">
        <p14:creationId xmlns:p14="http://schemas.microsoft.com/office/powerpoint/2010/main" val="52539611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E19FF-DAD9-4AB4-9D83-993EE9FE6846}"/>
              </a:ext>
            </a:extLst>
          </p:cNvPr>
          <p:cNvSpPr>
            <a:spLocks noGrp="1"/>
          </p:cNvSpPr>
          <p:nvPr>
            <p:ph type="title"/>
          </p:nvPr>
        </p:nvSpPr>
        <p:spPr>
          <a:xfrm>
            <a:off x="454396" y="798085"/>
            <a:ext cx="9146972" cy="640080"/>
          </a:xfrm>
        </p:spPr>
        <p:txBody>
          <a:bodyPr>
            <a:normAutofit fontScale="90000"/>
          </a:bodyPr>
          <a:lstStyle/>
          <a:p>
            <a:r>
              <a:rPr lang="en-US" sz="2700" dirty="0">
                <a:solidFill>
                  <a:srgbClr val="25265E"/>
                </a:solidFill>
              </a:rPr>
              <a:t>Insertion on a B+ Tree</a:t>
            </a:r>
            <a:endParaRPr lang="en-US" dirty="0"/>
          </a:p>
          <a:p>
            <a:br>
              <a:rPr lang="en-US" dirty="0"/>
            </a:br>
            <a:endParaRPr lang="en-US" dirty="0"/>
          </a:p>
        </p:txBody>
      </p:sp>
      <p:sp>
        <p:nvSpPr>
          <p:cNvPr id="40" name="Oval 39" descr="Small circle">
            <a:extLst>
              <a:ext uri="{FF2B5EF4-FFF2-40B4-BE49-F238E27FC236}">
                <a16:creationId xmlns:a16="http://schemas.microsoft.com/office/drawing/2014/main" id="{0C3A28BB-9675-8648-9563-A663628F48F5}"/>
              </a:ext>
            </a:extLst>
          </p:cNvPr>
          <p:cNvSpPr>
            <a:spLocks noChangeAspect="1"/>
          </p:cNvSpPr>
          <p:nvPr/>
        </p:nvSpPr>
        <p:spPr bwMode="blackWhite">
          <a:xfrm>
            <a:off x="530197" y="1503788"/>
            <a:ext cx="409838" cy="4098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Content Placeholder 7">
            <a:extLst>
              <a:ext uri="{FF2B5EF4-FFF2-40B4-BE49-F238E27FC236}">
                <a16:creationId xmlns:a16="http://schemas.microsoft.com/office/drawing/2014/main" id="{A6D40621-9F60-B248-A84C-7DCBF898D4DB}"/>
              </a:ext>
            </a:extLst>
          </p:cNvPr>
          <p:cNvSpPr txBox="1">
            <a:spLocks/>
          </p:cNvSpPr>
          <p:nvPr/>
        </p:nvSpPr>
        <p:spPr>
          <a:xfrm>
            <a:off x="1007952" y="1509612"/>
            <a:ext cx="10158364" cy="2660550"/>
          </a:xfrm>
          <a:prstGeom prst="rect">
            <a:avLst/>
          </a:prstGeom>
        </p:spPr>
        <p:txBody>
          <a:bodyPr vert="horz" lIns="91440" tIns="45720" rIns="91440" bIns="45720" rtlCol="0" anchor="t">
            <a:normAutofit/>
          </a:bodyPr>
          <a:lstStyle>
            <a:lvl1pPr marL="228598" indent="-228598" algn="l" defTabSz="914391" rtl="0" eaLnBrk="1" latinLnBrk="0" hangingPunct="1">
              <a:lnSpc>
                <a:spcPct val="100000"/>
              </a:lnSpc>
              <a:spcBef>
                <a:spcPts val="10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1pPr>
            <a:lvl2pPr marL="685793"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2pPr>
            <a:lvl3pPr marL="1142989"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3pPr>
            <a:lvl4pPr marL="1600185"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4pPr>
            <a:lvl5pPr marL="2057380" indent="-228598" algn="l" defTabSz="914391" rtl="0" eaLnBrk="1" latinLnBrk="0" hangingPunct="1">
              <a:lnSpc>
                <a:spcPct val="100000"/>
              </a:lnSpc>
              <a:spcBef>
                <a:spcPts val="500"/>
              </a:spcBef>
              <a:buFont typeface="Arial" panose="020B0604020202020204" pitchFamily="34" charset="0"/>
              <a:buChar char="•"/>
              <a:defRPr lang="en-US" sz="1400" kern="1200">
                <a:solidFill>
                  <a:schemeClr val="tx1">
                    <a:lumMod val="75000"/>
                    <a:lumOff val="25000"/>
                  </a:schemeClr>
                </a:solidFill>
                <a:latin typeface="+mn-lt"/>
                <a:ea typeface="+mn-ea"/>
                <a:cs typeface="+mn-cs"/>
              </a:defRPr>
            </a:lvl5pPr>
            <a:lvl6pPr marL="2514576"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72"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67"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63"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ea typeface="+mn-lt"/>
                <a:cs typeface="+mn-lt"/>
              </a:rPr>
              <a:t>5.    Insert 45                                                                                                       </a:t>
            </a:r>
            <a:endParaRPr lang="en-US" dirty="0">
              <a:cs typeface="Segoe UI"/>
            </a:endParaRPr>
          </a:p>
          <a:p>
            <a:pPr marL="0" indent="0">
              <a:spcAft>
                <a:spcPts val="1200"/>
              </a:spcAft>
              <a:buNone/>
            </a:pPr>
            <a:endParaRPr lang="en-US" sz="1600" dirty="0">
              <a:solidFill>
                <a:srgbClr val="000000"/>
              </a:solidFill>
              <a:cs typeface="Segoe UI"/>
            </a:endParaRPr>
          </a:p>
        </p:txBody>
      </p:sp>
      <p:sp>
        <p:nvSpPr>
          <p:cNvPr id="4" name="TextBox 3">
            <a:extLst>
              <a:ext uri="{FF2B5EF4-FFF2-40B4-BE49-F238E27FC236}">
                <a16:creationId xmlns:a16="http://schemas.microsoft.com/office/drawing/2014/main" id="{4B4FAFDF-875F-2273-7614-10BE1268EBBD}"/>
              </a:ext>
            </a:extLst>
          </p:cNvPr>
          <p:cNvSpPr txBox="1"/>
          <p:nvPr/>
        </p:nvSpPr>
        <p:spPr>
          <a:xfrm>
            <a:off x="7229606" y="2636729"/>
            <a:ext cx="407930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endParaRPr lang="en-US" sz="1400" dirty="0">
              <a:ea typeface="+mn-lt"/>
              <a:cs typeface="+mn-lt"/>
            </a:endParaRPr>
          </a:p>
        </p:txBody>
      </p:sp>
      <p:pic>
        <p:nvPicPr>
          <p:cNvPr id="6" name="Picture 6">
            <a:extLst>
              <a:ext uri="{FF2B5EF4-FFF2-40B4-BE49-F238E27FC236}">
                <a16:creationId xmlns:a16="http://schemas.microsoft.com/office/drawing/2014/main" id="{AE3E597A-0F9E-A2DA-9AB9-628D350968E9}"/>
              </a:ext>
            </a:extLst>
          </p:cNvPr>
          <p:cNvPicPr>
            <a:picLocks noChangeAspect="1"/>
          </p:cNvPicPr>
          <p:nvPr/>
        </p:nvPicPr>
        <p:blipFill>
          <a:blip r:embed="rId2"/>
          <a:stretch>
            <a:fillRect/>
          </a:stretch>
        </p:blipFill>
        <p:spPr>
          <a:xfrm>
            <a:off x="3101440" y="1511035"/>
            <a:ext cx="5724496" cy="5079767"/>
          </a:xfrm>
          <a:prstGeom prst="rect">
            <a:avLst/>
          </a:prstGeom>
        </p:spPr>
      </p:pic>
    </p:spTree>
    <p:extLst>
      <p:ext uri="{BB962C8B-B14F-4D97-AF65-F5344CB8AC3E}">
        <p14:creationId xmlns:p14="http://schemas.microsoft.com/office/powerpoint/2010/main" val="139670507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BD17-A7FE-4352-9D7A-10482C6865A6}"/>
              </a:ext>
            </a:extLst>
          </p:cNvPr>
          <p:cNvSpPr>
            <a:spLocks noGrp="1"/>
          </p:cNvSpPr>
          <p:nvPr>
            <p:ph type="title"/>
          </p:nvPr>
        </p:nvSpPr>
        <p:spPr>
          <a:xfrm>
            <a:off x="444500" y="412137"/>
            <a:ext cx="9146972" cy="640080"/>
          </a:xfrm>
        </p:spPr>
        <p:txBody>
          <a:bodyPr/>
          <a:lstStyle/>
          <a:p>
            <a:r>
              <a:rPr lang="en-US" b="1" dirty="0">
                <a:latin typeface="Segoe UI Semibold"/>
                <a:cs typeface="Segoe UI Semibold"/>
              </a:rPr>
              <a:t>Deletion in B+ tree</a:t>
            </a:r>
            <a:endParaRPr lang="en-US" dirty="0"/>
          </a:p>
        </p:txBody>
      </p:sp>
      <p:sp>
        <p:nvSpPr>
          <p:cNvPr id="3" name="Content Placeholder 2">
            <a:extLst>
              <a:ext uri="{FF2B5EF4-FFF2-40B4-BE49-F238E27FC236}">
                <a16:creationId xmlns:a16="http://schemas.microsoft.com/office/drawing/2014/main" id="{4B3C1D5B-11AC-48D7-B0A0-63BC88617D64}"/>
              </a:ext>
            </a:extLst>
          </p:cNvPr>
          <p:cNvSpPr>
            <a:spLocks noGrp="1"/>
          </p:cNvSpPr>
          <p:nvPr>
            <p:ph sz="quarter" idx="10"/>
          </p:nvPr>
        </p:nvSpPr>
        <p:spPr>
          <a:xfrm>
            <a:off x="455233" y="1509612"/>
            <a:ext cx="6532064" cy="3977640"/>
          </a:xfrm>
        </p:spPr>
        <p:txBody>
          <a:bodyPr vert="horz" lIns="91440" tIns="45720" rIns="91440" bIns="45720" rtlCol="0" anchor="t">
            <a:noAutofit/>
          </a:bodyPr>
          <a:lstStyle/>
          <a:p>
            <a:pPr marL="227965" indent="-227965">
              <a:buNone/>
            </a:pPr>
            <a:endParaRPr lang="en-US" sz="1800" dirty="0">
              <a:cs typeface="Segoe UI"/>
            </a:endParaRPr>
          </a:p>
          <a:p>
            <a:pPr marL="227965" indent="0">
              <a:buNone/>
            </a:pPr>
            <a:r>
              <a:rPr lang="en-US" sz="1800" dirty="0">
                <a:ea typeface="+mn-lt"/>
                <a:cs typeface="+mn-lt"/>
              </a:rPr>
              <a:t>While deleting a key, we have to take care of the keys present in the internal nodes (i.e. indexes) as well because the values are redundant in a B+ tree. </a:t>
            </a:r>
            <a:endParaRPr lang="en-US" sz="1800" dirty="0">
              <a:cs typeface="Segoe UI"/>
            </a:endParaRPr>
          </a:p>
          <a:p>
            <a:pPr marL="0" indent="0">
              <a:spcAft>
                <a:spcPts val="1200"/>
              </a:spcAft>
              <a:buNone/>
            </a:pPr>
            <a:endParaRPr lang="en-US" sz="1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5055546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E19FF-DAD9-4AB4-9D83-993EE9FE6846}"/>
              </a:ext>
            </a:extLst>
          </p:cNvPr>
          <p:cNvSpPr>
            <a:spLocks noGrp="1"/>
          </p:cNvSpPr>
          <p:nvPr>
            <p:ph type="title"/>
          </p:nvPr>
        </p:nvSpPr>
        <p:spPr>
          <a:xfrm>
            <a:off x="444500" y="412137"/>
            <a:ext cx="9146972" cy="640080"/>
          </a:xfrm>
        </p:spPr>
        <p:txBody>
          <a:bodyPr>
            <a:normAutofit/>
          </a:bodyPr>
          <a:lstStyle/>
          <a:p>
            <a:r>
              <a:rPr lang="en-US" b="1" dirty="0">
                <a:latin typeface="Segoe UI Semibold"/>
                <a:cs typeface="Segoe UI Semibold"/>
              </a:rPr>
              <a:t>Deletion in B+ tree</a:t>
            </a:r>
            <a:endParaRPr lang="en-US" dirty="0">
              <a:latin typeface="Segoe UI Semibold"/>
              <a:cs typeface="Segoe UI Semibold"/>
            </a:endParaRPr>
          </a:p>
          <a:p>
            <a:endParaRPr lang="en-US" b="1" dirty="0">
              <a:latin typeface="Segoe UI Semibold" panose="020B0502040204020203" pitchFamily="34" charset="0"/>
              <a:cs typeface="Segoe UI Semibold" panose="020B0502040204020203" pitchFamily="34" charset="0"/>
            </a:endParaRPr>
          </a:p>
        </p:txBody>
      </p:sp>
      <p:sp>
        <p:nvSpPr>
          <p:cNvPr id="40" name="Oval 39" descr="Small circle">
            <a:extLst>
              <a:ext uri="{FF2B5EF4-FFF2-40B4-BE49-F238E27FC236}">
                <a16:creationId xmlns:a16="http://schemas.microsoft.com/office/drawing/2014/main" id="{0C3A28BB-9675-8648-9563-A663628F48F5}"/>
              </a:ext>
            </a:extLst>
          </p:cNvPr>
          <p:cNvSpPr>
            <a:spLocks noChangeAspect="1"/>
          </p:cNvSpPr>
          <p:nvPr/>
        </p:nvSpPr>
        <p:spPr bwMode="blackWhite">
          <a:xfrm>
            <a:off x="530197" y="1503788"/>
            <a:ext cx="409838" cy="4098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1">
            <a:extLst>
              <a:ext uri="{FF2B5EF4-FFF2-40B4-BE49-F238E27FC236}">
                <a16:creationId xmlns:a16="http://schemas.microsoft.com/office/drawing/2014/main" id="{516D502C-EEB8-7641-9141-D6049BAE3252}"/>
              </a:ext>
            </a:extLst>
          </p:cNvPr>
          <p:cNvSpPr txBox="1">
            <a:spLocks noChangeAspect="1"/>
          </p:cNvSpPr>
          <p:nvPr/>
        </p:nvSpPr>
        <p:spPr bwMode="blackWhite">
          <a:xfrm>
            <a:off x="457571" y="1520182"/>
            <a:ext cx="558179" cy="369332"/>
          </a:xfrm>
          <a:prstGeom prst="rect">
            <a:avLst/>
          </a:prstGeom>
          <a:noFill/>
        </p:spPr>
        <p:txBody>
          <a:bodyPr wrap="square" rtlCol="0">
            <a:spAutoFit/>
          </a:bodyPr>
          <a:lstStyle/>
          <a:p>
            <a:pPr algn="ctr"/>
            <a:r>
              <a:rPr lang="en-US" dirty="0">
                <a:solidFill>
                  <a:schemeClr val="bg1"/>
                </a:solidFill>
                <a:cs typeface="Segoe UI Semibold" panose="020B0702040204020203" pitchFamily="34" charset="0"/>
              </a:rPr>
              <a:t>1</a:t>
            </a:r>
          </a:p>
        </p:txBody>
      </p:sp>
      <p:sp>
        <p:nvSpPr>
          <p:cNvPr id="51" name="Content Placeholder 7">
            <a:extLst>
              <a:ext uri="{FF2B5EF4-FFF2-40B4-BE49-F238E27FC236}">
                <a16:creationId xmlns:a16="http://schemas.microsoft.com/office/drawing/2014/main" id="{A6D40621-9F60-B248-A84C-7DCBF898D4DB}"/>
              </a:ext>
            </a:extLst>
          </p:cNvPr>
          <p:cNvSpPr txBox="1">
            <a:spLocks/>
          </p:cNvSpPr>
          <p:nvPr/>
        </p:nvSpPr>
        <p:spPr>
          <a:xfrm>
            <a:off x="1007952" y="1509612"/>
            <a:ext cx="10158364" cy="2660550"/>
          </a:xfrm>
          <a:prstGeom prst="rect">
            <a:avLst/>
          </a:prstGeom>
        </p:spPr>
        <p:txBody>
          <a:bodyPr vert="horz" lIns="91440" tIns="45720" rIns="91440" bIns="45720" rtlCol="0" anchor="t">
            <a:normAutofit/>
          </a:bodyPr>
          <a:lstStyle>
            <a:lvl1pPr marL="228598" indent="-228598" algn="l" defTabSz="914391" rtl="0" eaLnBrk="1" latinLnBrk="0" hangingPunct="1">
              <a:lnSpc>
                <a:spcPct val="100000"/>
              </a:lnSpc>
              <a:spcBef>
                <a:spcPts val="10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1pPr>
            <a:lvl2pPr marL="685793"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2pPr>
            <a:lvl3pPr marL="1142989"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3pPr>
            <a:lvl4pPr marL="1600185"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4pPr>
            <a:lvl5pPr marL="2057380" indent="-228598" algn="l" defTabSz="914391" rtl="0" eaLnBrk="1" latinLnBrk="0" hangingPunct="1">
              <a:lnSpc>
                <a:spcPct val="100000"/>
              </a:lnSpc>
              <a:spcBef>
                <a:spcPts val="500"/>
              </a:spcBef>
              <a:buFont typeface="Arial" panose="020B0604020202020204" pitchFamily="34" charset="0"/>
              <a:buChar char="•"/>
              <a:defRPr lang="en-US" sz="1400" kern="1200">
                <a:solidFill>
                  <a:schemeClr val="tx1">
                    <a:lumMod val="75000"/>
                    <a:lumOff val="25000"/>
                  </a:schemeClr>
                </a:solidFill>
                <a:latin typeface="+mn-lt"/>
                <a:ea typeface="+mn-ea"/>
                <a:cs typeface="+mn-cs"/>
              </a:defRPr>
            </a:lvl5pPr>
            <a:lvl6pPr marL="2514576"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72"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67"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63"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a:buNone/>
            </a:pPr>
            <a:r>
              <a:rPr lang="en-US" sz="1600" b="1" dirty="0">
                <a:solidFill>
                  <a:srgbClr val="25265E"/>
                </a:solidFill>
              </a:rPr>
              <a:t>Case I</a:t>
            </a:r>
            <a:endParaRPr lang="en-US" sz="1600">
              <a:cs typeface="Segoe UI"/>
            </a:endParaRPr>
          </a:p>
          <a:p>
            <a:pPr marL="227965" indent="-227965">
              <a:buNone/>
            </a:pPr>
            <a:r>
              <a:rPr lang="en-US" sz="1600" dirty="0">
                <a:ea typeface="+mn-lt"/>
                <a:cs typeface="+mn-lt"/>
              </a:rPr>
              <a:t>The key to be deleted is present only at the leaf node not in the indexes (or internal nodes). There are two cases for it:</a:t>
            </a:r>
            <a:endParaRPr lang="en-US" sz="1600">
              <a:cs typeface="Segoe UI"/>
            </a:endParaRPr>
          </a:p>
          <a:p>
            <a:pPr marL="0" indent="0">
              <a:spcAft>
                <a:spcPts val="1200"/>
              </a:spcAft>
              <a:buNone/>
            </a:pPr>
            <a:endParaRPr lang="en-US" sz="1600" dirty="0">
              <a:solidFill>
                <a:schemeClr val="tx1"/>
              </a:solidFill>
              <a:cs typeface="Segoe UI"/>
            </a:endParaRPr>
          </a:p>
        </p:txBody>
      </p:sp>
      <p:sp>
        <p:nvSpPr>
          <p:cNvPr id="3" name="TextBox 2">
            <a:extLst>
              <a:ext uri="{FF2B5EF4-FFF2-40B4-BE49-F238E27FC236}">
                <a16:creationId xmlns:a16="http://schemas.microsoft.com/office/drawing/2014/main" id="{3D42122A-292D-4DBC-E5CD-5C9B73D00FFF}"/>
              </a:ext>
            </a:extLst>
          </p:cNvPr>
          <p:cNvSpPr txBox="1"/>
          <p:nvPr/>
        </p:nvSpPr>
        <p:spPr>
          <a:xfrm>
            <a:off x="1096027" y="2700924"/>
            <a:ext cx="4256239"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7965" indent="-227965">
              <a:spcBef>
                <a:spcPts val="1000"/>
              </a:spcBef>
              <a:buFont typeface="Arial,Sans-Serif"/>
              <a:buChar char="•"/>
            </a:pPr>
            <a:r>
              <a:rPr lang="en-US" sz="1600" dirty="0">
                <a:solidFill>
                  <a:srgbClr val="404040"/>
                </a:solidFill>
                <a:cs typeface="Segoe UI"/>
              </a:rPr>
              <a:t>There is more than the minimum number of keys in the node. Simply delete the key.</a:t>
            </a:r>
          </a:p>
          <a:p>
            <a:pPr algn="l"/>
            <a:endParaRPr lang="en-US" dirty="0">
              <a:cs typeface="Segoe UI"/>
            </a:endParaRPr>
          </a:p>
        </p:txBody>
      </p:sp>
      <p:sp>
        <p:nvSpPr>
          <p:cNvPr id="4" name="TextBox 3">
            <a:extLst>
              <a:ext uri="{FF2B5EF4-FFF2-40B4-BE49-F238E27FC236}">
                <a16:creationId xmlns:a16="http://schemas.microsoft.com/office/drawing/2014/main" id="{4B4FAFDF-875F-2273-7614-10BE1268EBBD}"/>
              </a:ext>
            </a:extLst>
          </p:cNvPr>
          <p:cNvSpPr txBox="1"/>
          <p:nvPr/>
        </p:nvSpPr>
        <p:spPr>
          <a:xfrm>
            <a:off x="7229606" y="2636729"/>
            <a:ext cx="407930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400" dirty="0">
                <a:ea typeface="+mn-lt"/>
                <a:cs typeface="+mn-lt"/>
              </a:rPr>
              <a:t>There is an exact minimum number of keys in the node. Delete the key and borrow a key from the immediate sibling. Add the median key of the sibling node to the parent.</a:t>
            </a:r>
          </a:p>
        </p:txBody>
      </p:sp>
      <p:pic>
        <p:nvPicPr>
          <p:cNvPr id="6" name="Picture 6">
            <a:extLst>
              <a:ext uri="{FF2B5EF4-FFF2-40B4-BE49-F238E27FC236}">
                <a16:creationId xmlns:a16="http://schemas.microsoft.com/office/drawing/2014/main" id="{2B3D103C-18F0-F1FB-569B-40B695EABE54}"/>
              </a:ext>
            </a:extLst>
          </p:cNvPr>
          <p:cNvPicPr>
            <a:picLocks noChangeAspect="1"/>
          </p:cNvPicPr>
          <p:nvPr/>
        </p:nvPicPr>
        <p:blipFill>
          <a:blip r:embed="rId2"/>
          <a:stretch>
            <a:fillRect/>
          </a:stretch>
        </p:blipFill>
        <p:spPr>
          <a:xfrm>
            <a:off x="1301663" y="3212404"/>
            <a:ext cx="3722319" cy="3502069"/>
          </a:xfrm>
          <a:prstGeom prst="rect">
            <a:avLst/>
          </a:prstGeom>
        </p:spPr>
      </p:pic>
      <p:pic>
        <p:nvPicPr>
          <p:cNvPr id="7" name="Picture 7" descr="A picture containing text, parking, iPod, electronics&#10;&#10;Description automatically generated">
            <a:extLst>
              <a:ext uri="{FF2B5EF4-FFF2-40B4-BE49-F238E27FC236}">
                <a16:creationId xmlns:a16="http://schemas.microsoft.com/office/drawing/2014/main" id="{456D0E28-BFD7-B868-195E-EA555C58F25B}"/>
              </a:ext>
            </a:extLst>
          </p:cNvPr>
          <p:cNvPicPr>
            <a:picLocks noChangeAspect="1"/>
          </p:cNvPicPr>
          <p:nvPr/>
        </p:nvPicPr>
        <p:blipFill>
          <a:blip r:embed="rId3"/>
          <a:stretch>
            <a:fillRect/>
          </a:stretch>
        </p:blipFill>
        <p:spPr>
          <a:xfrm>
            <a:off x="8116865" y="3423746"/>
            <a:ext cx="2377858" cy="3371657"/>
          </a:xfrm>
          <a:prstGeom prst="rect">
            <a:avLst/>
          </a:prstGeom>
        </p:spPr>
      </p:pic>
    </p:spTree>
    <p:extLst>
      <p:ext uri="{BB962C8B-B14F-4D97-AF65-F5344CB8AC3E}">
        <p14:creationId xmlns:p14="http://schemas.microsoft.com/office/powerpoint/2010/main" val="40522143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E19FF-DAD9-4AB4-9D83-993EE9FE6846}"/>
              </a:ext>
            </a:extLst>
          </p:cNvPr>
          <p:cNvSpPr>
            <a:spLocks noGrp="1"/>
          </p:cNvSpPr>
          <p:nvPr>
            <p:ph type="title"/>
          </p:nvPr>
        </p:nvSpPr>
        <p:spPr>
          <a:xfrm>
            <a:off x="444500" y="412137"/>
            <a:ext cx="9146972" cy="640080"/>
          </a:xfrm>
        </p:spPr>
        <p:txBody>
          <a:bodyPr>
            <a:normAutofit/>
          </a:bodyPr>
          <a:lstStyle/>
          <a:p>
            <a:r>
              <a:rPr lang="en-US" b="1" dirty="0">
                <a:latin typeface="Segoe UI Semibold"/>
                <a:cs typeface="Segoe UI Semibold"/>
              </a:rPr>
              <a:t>Deletion in B+ tree</a:t>
            </a:r>
            <a:endParaRPr lang="en-US" dirty="0">
              <a:latin typeface="Segoe UI Semibold"/>
              <a:cs typeface="Segoe UI Semibold"/>
            </a:endParaRPr>
          </a:p>
          <a:p>
            <a:endParaRPr lang="en-US" b="1" dirty="0">
              <a:latin typeface="Segoe UI Semibold" panose="020B0502040204020203" pitchFamily="34" charset="0"/>
              <a:cs typeface="Segoe UI Semibold" panose="020B0502040204020203" pitchFamily="34" charset="0"/>
            </a:endParaRPr>
          </a:p>
        </p:txBody>
      </p:sp>
      <p:sp>
        <p:nvSpPr>
          <p:cNvPr id="40" name="Oval 39" descr="Small circle">
            <a:extLst>
              <a:ext uri="{FF2B5EF4-FFF2-40B4-BE49-F238E27FC236}">
                <a16:creationId xmlns:a16="http://schemas.microsoft.com/office/drawing/2014/main" id="{0C3A28BB-9675-8648-9563-A663628F48F5}"/>
              </a:ext>
            </a:extLst>
          </p:cNvPr>
          <p:cNvSpPr>
            <a:spLocks noChangeAspect="1"/>
          </p:cNvSpPr>
          <p:nvPr/>
        </p:nvSpPr>
        <p:spPr bwMode="blackWhite">
          <a:xfrm>
            <a:off x="530197" y="1503788"/>
            <a:ext cx="409838" cy="4098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1">
            <a:extLst>
              <a:ext uri="{FF2B5EF4-FFF2-40B4-BE49-F238E27FC236}">
                <a16:creationId xmlns:a16="http://schemas.microsoft.com/office/drawing/2014/main" id="{516D502C-EEB8-7641-9141-D6049BAE3252}"/>
              </a:ext>
            </a:extLst>
          </p:cNvPr>
          <p:cNvSpPr txBox="1">
            <a:spLocks noChangeAspect="1"/>
          </p:cNvSpPr>
          <p:nvPr/>
        </p:nvSpPr>
        <p:spPr bwMode="blackWhite">
          <a:xfrm>
            <a:off x="457571" y="1520182"/>
            <a:ext cx="558179" cy="646331"/>
          </a:xfrm>
          <a:prstGeom prst="rect">
            <a:avLst/>
          </a:prstGeom>
          <a:noFill/>
        </p:spPr>
        <p:txBody>
          <a:bodyPr wrap="square" lIns="91440" tIns="45720" rIns="91440" bIns="45720" rtlCol="0" anchor="t">
            <a:spAutoFit/>
          </a:bodyPr>
          <a:lstStyle/>
          <a:p>
            <a:pPr algn="ctr"/>
            <a:r>
              <a:rPr lang="en-US" dirty="0">
                <a:solidFill>
                  <a:schemeClr val="bg1"/>
                </a:solidFill>
                <a:cs typeface="Segoe UI Semibold"/>
              </a:rPr>
              <a:t>2</a:t>
            </a:r>
          </a:p>
          <a:p>
            <a:pPr algn="ctr"/>
            <a:endParaRPr lang="en-US" dirty="0">
              <a:solidFill>
                <a:schemeClr val="bg1"/>
              </a:solidFill>
              <a:cs typeface="Segoe UI Semibold" panose="020B0702040204020203" pitchFamily="34" charset="0"/>
            </a:endParaRPr>
          </a:p>
        </p:txBody>
      </p:sp>
      <p:sp>
        <p:nvSpPr>
          <p:cNvPr id="51" name="Content Placeholder 7">
            <a:extLst>
              <a:ext uri="{FF2B5EF4-FFF2-40B4-BE49-F238E27FC236}">
                <a16:creationId xmlns:a16="http://schemas.microsoft.com/office/drawing/2014/main" id="{A6D40621-9F60-B248-A84C-7DCBF898D4DB}"/>
              </a:ext>
            </a:extLst>
          </p:cNvPr>
          <p:cNvSpPr txBox="1">
            <a:spLocks/>
          </p:cNvSpPr>
          <p:nvPr/>
        </p:nvSpPr>
        <p:spPr>
          <a:xfrm>
            <a:off x="1007952" y="1509612"/>
            <a:ext cx="10158364" cy="2660550"/>
          </a:xfrm>
          <a:prstGeom prst="rect">
            <a:avLst/>
          </a:prstGeom>
        </p:spPr>
        <p:txBody>
          <a:bodyPr vert="horz" lIns="91440" tIns="45720" rIns="91440" bIns="45720" rtlCol="0" anchor="t">
            <a:normAutofit/>
          </a:bodyPr>
          <a:lstStyle>
            <a:lvl1pPr marL="228598" indent="-228598" algn="l" defTabSz="914391" rtl="0" eaLnBrk="1" latinLnBrk="0" hangingPunct="1">
              <a:lnSpc>
                <a:spcPct val="100000"/>
              </a:lnSpc>
              <a:spcBef>
                <a:spcPts val="10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1pPr>
            <a:lvl2pPr marL="685793"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2pPr>
            <a:lvl3pPr marL="1142989"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3pPr>
            <a:lvl4pPr marL="1600185"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4pPr>
            <a:lvl5pPr marL="2057380" indent="-228598" algn="l" defTabSz="914391" rtl="0" eaLnBrk="1" latinLnBrk="0" hangingPunct="1">
              <a:lnSpc>
                <a:spcPct val="100000"/>
              </a:lnSpc>
              <a:spcBef>
                <a:spcPts val="500"/>
              </a:spcBef>
              <a:buFont typeface="Arial" panose="020B0604020202020204" pitchFamily="34" charset="0"/>
              <a:buChar char="•"/>
              <a:defRPr lang="en-US" sz="1400" kern="1200">
                <a:solidFill>
                  <a:schemeClr val="tx1">
                    <a:lumMod val="75000"/>
                    <a:lumOff val="25000"/>
                  </a:schemeClr>
                </a:solidFill>
                <a:latin typeface="+mn-lt"/>
                <a:ea typeface="+mn-ea"/>
                <a:cs typeface="+mn-cs"/>
              </a:defRPr>
            </a:lvl5pPr>
            <a:lvl6pPr marL="2514576"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72"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67"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63"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a:buNone/>
            </a:pPr>
            <a:r>
              <a:rPr lang="en-US" sz="1500" b="1" dirty="0">
                <a:solidFill>
                  <a:srgbClr val="25265E"/>
                </a:solidFill>
              </a:rPr>
              <a:t>Case II</a:t>
            </a:r>
            <a:endParaRPr lang="en-US" dirty="0">
              <a:cs typeface="Segoe UI"/>
            </a:endParaRPr>
          </a:p>
          <a:p>
            <a:pPr marL="227965" indent="-227965">
              <a:buNone/>
            </a:pPr>
            <a:r>
              <a:rPr lang="en-US" dirty="0">
                <a:ea typeface="+mn-lt"/>
                <a:cs typeface="+mn-lt"/>
              </a:rPr>
              <a:t>The key to be deleted is present in the internal nodes as well. Then we have to remove them from the internal nodes as well. There are the following cases for this situation.</a:t>
            </a:r>
            <a:endParaRPr lang="en-US" dirty="0">
              <a:cs typeface="Segoe UI"/>
            </a:endParaRPr>
          </a:p>
          <a:p>
            <a:pPr marL="227965" indent="-227965">
              <a:buNone/>
            </a:pPr>
            <a:endParaRPr lang="en-US" sz="1600" b="1" dirty="0">
              <a:solidFill>
                <a:srgbClr val="25265E"/>
              </a:solidFill>
              <a:cs typeface="Segoe UI"/>
            </a:endParaRPr>
          </a:p>
        </p:txBody>
      </p:sp>
      <p:sp>
        <p:nvSpPr>
          <p:cNvPr id="3" name="TextBox 2">
            <a:extLst>
              <a:ext uri="{FF2B5EF4-FFF2-40B4-BE49-F238E27FC236}">
                <a16:creationId xmlns:a16="http://schemas.microsoft.com/office/drawing/2014/main" id="{3D42122A-292D-4DBC-E5CD-5C9B73D00FFF}"/>
              </a:ext>
            </a:extLst>
          </p:cNvPr>
          <p:cNvSpPr txBox="1"/>
          <p:nvPr/>
        </p:nvSpPr>
        <p:spPr>
          <a:xfrm>
            <a:off x="730685" y="2700924"/>
            <a:ext cx="4882539"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7965" indent="-227965">
              <a:spcBef>
                <a:spcPts val="1000"/>
              </a:spcBef>
              <a:buFont typeface="Arial,Sans-Serif"/>
              <a:buChar char="•"/>
            </a:pPr>
            <a:r>
              <a:rPr lang="en-US" sz="1400" dirty="0">
                <a:ea typeface="+mn-lt"/>
                <a:cs typeface="+mn-lt"/>
              </a:rPr>
              <a:t>If there is more than the minimum number of keys in the node, simply delete the key from leaf node and delete the key from the internal node as well.</a:t>
            </a:r>
            <a:br>
              <a:rPr lang="en-US" sz="1400" dirty="0">
                <a:ea typeface="+mn-lt"/>
                <a:cs typeface="+mn-lt"/>
              </a:rPr>
            </a:br>
            <a:r>
              <a:rPr lang="en-US" sz="1400" dirty="0">
                <a:ea typeface="+mn-lt"/>
                <a:cs typeface="+mn-lt"/>
              </a:rPr>
              <a:t>Fill the empty space in the internal node with the </a:t>
            </a:r>
            <a:r>
              <a:rPr lang="en-US" sz="1400" dirty="0" err="1">
                <a:ea typeface="+mn-lt"/>
                <a:cs typeface="+mn-lt"/>
              </a:rPr>
              <a:t>inorder</a:t>
            </a:r>
            <a:r>
              <a:rPr lang="en-US" sz="1400" dirty="0">
                <a:ea typeface="+mn-lt"/>
                <a:cs typeface="+mn-lt"/>
              </a:rPr>
              <a:t> successor.</a:t>
            </a:r>
          </a:p>
          <a:p>
            <a:pPr algn="l"/>
            <a:endParaRPr lang="en-US" dirty="0">
              <a:cs typeface="Segoe UI"/>
            </a:endParaRPr>
          </a:p>
        </p:txBody>
      </p:sp>
      <p:sp>
        <p:nvSpPr>
          <p:cNvPr id="4" name="TextBox 3">
            <a:extLst>
              <a:ext uri="{FF2B5EF4-FFF2-40B4-BE49-F238E27FC236}">
                <a16:creationId xmlns:a16="http://schemas.microsoft.com/office/drawing/2014/main" id="{4B4FAFDF-875F-2273-7614-10BE1268EBBD}"/>
              </a:ext>
            </a:extLst>
          </p:cNvPr>
          <p:cNvSpPr txBox="1"/>
          <p:nvPr/>
        </p:nvSpPr>
        <p:spPr>
          <a:xfrm>
            <a:off x="7229606" y="2636729"/>
            <a:ext cx="456991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400" dirty="0">
                <a:ea typeface="+mn-lt"/>
                <a:cs typeface="+mn-lt"/>
              </a:rPr>
              <a:t>If there is an exact minimum number of keys in node, then delete the key and borrow a key from its immediate sibling (through parent).Fill the empty space created in  index (internal node) with the borrowed key.</a:t>
            </a:r>
            <a:endParaRPr lang="en-US" dirty="0">
              <a:ea typeface="+mn-lt"/>
              <a:cs typeface="+mn-lt"/>
            </a:endParaRPr>
          </a:p>
        </p:txBody>
      </p:sp>
      <p:pic>
        <p:nvPicPr>
          <p:cNvPr id="5" name="Picture 7" descr="Graphical user interface, diagram, application, Teams&#10;&#10;Description automatically generated">
            <a:extLst>
              <a:ext uri="{FF2B5EF4-FFF2-40B4-BE49-F238E27FC236}">
                <a16:creationId xmlns:a16="http://schemas.microsoft.com/office/drawing/2014/main" id="{0AA8B65D-B1A3-7D23-DD1D-843E172D5A15}"/>
              </a:ext>
            </a:extLst>
          </p:cNvPr>
          <p:cNvPicPr>
            <a:picLocks noChangeAspect="1"/>
          </p:cNvPicPr>
          <p:nvPr/>
        </p:nvPicPr>
        <p:blipFill>
          <a:blip r:embed="rId2"/>
          <a:stretch>
            <a:fillRect/>
          </a:stretch>
        </p:blipFill>
        <p:spPr>
          <a:xfrm>
            <a:off x="2010143" y="3584531"/>
            <a:ext cx="2086152" cy="3269293"/>
          </a:xfrm>
          <a:prstGeom prst="rect">
            <a:avLst/>
          </a:prstGeom>
        </p:spPr>
      </p:pic>
      <p:pic>
        <p:nvPicPr>
          <p:cNvPr id="8" name="Picture 8" descr="A picture containing text, clock&#10;&#10;Description automatically generated">
            <a:extLst>
              <a:ext uri="{FF2B5EF4-FFF2-40B4-BE49-F238E27FC236}">
                <a16:creationId xmlns:a16="http://schemas.microsoft.com/office/drawing/2014/main" id="{0F930CCB-A8F9-B644-6BD5-04B7A80A8E1D}"/>
              </a:ext>
            </a:extLst>
          </p:cNvPr>
          <p:cNvPicPr>
            <a:picLocks noChangeAspect="1"/>
          </p:cNvPicPr>
          <p:nvPr/>
        </p:nvPicPr>
        <p:blipFill>
          <a:blip r:embed="rId3"/>
          <a:stretch>
            <a:fillRect/>
          </a:stretch>
        </p:blipFill>
        <p:spPr>
          <a:xfrm>
            <a:off x="8658529" y="3427956"/>
            <a:ext cx="1962586" cy="3373676"/>
          </a:xfrm>
          <a:prstGeom prst="rect">
            <a:avLst/>
          </a:prstGeom>
        </p:spPr>
      </p:pic>
    </p:spTree>
    <p:extLst>
      <p:ext uri="{BB962C8B-B14F-4D97-AF65-F5344CB8AC3E}">
        <p14:creationId xmlns:p14="http://schemas.microsoft.com/office/powerpoint/2010/main" val="83791138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E19FF-DAD9-4AB4-9D83-993EE9FE6846}"/>
              </a:ext>
            </a:extLst>
          </p:cNvPr>
          <p:cNvSpPr>
            <a:spLocks noGrp="1"/>
          </p:cNvSpPr>
          <p:nvPr>
            <p:ph type="title"/>
          </p:nvPr>
        </p:nvSpPr>
        <p:spPr>
          <a:xfrm>
            <a:off x="444500" y="412137"/>
            <a:ext cx="9146972" cy="640080"/>
          </a:xfrm>
        </p:spPr>
        <p:txBody>
          <a:bodyPr>
            <a:normAutofit/>
          </a:bodyPr>
          <a:lstStyle/>
          <a:p>
            <a:r>
              <a:rPr lang="en-US" b="1" dirty="0">
                <a:latin typeface="Segoe UI Semibold"/>
                <a:cs typeface="Segoe UI Semibold"/>
              </a:rPr>
              <a:t>Deletion in B+ tree</a:t>
            </a:r>
            <a:endParaRPr lang="en-US" dirty="0">
              <a:latin typeface="Segoe UI Semibold"/>
              <a:cs typeface="Segoe UI Semibold"/>
            </a:endParaRPr>
          </a:p>
          <a:p>
            <a:endParaRPr lang="en-US" b="1" dirty="0">
              <a:latin typeface="Segoe UI Semibold" panose="020B0502040204020203" pitchFamily="34" charset="0"/>
              <a:cs typeface="Segoe UI Semibold" panose="020B0502040204020203" pitchFamily="34" charset="0"/>
            </a:endParaRPr>
          </a:p>
        </p:txBody>
      </p:sp>
      <p:sp>
        <p:nvSpPr>
          <p:cNvPr id="40" name="Oval 39" descr="Small circle">
            <a:extLst>
              <a:ext uri="{FF2B5EF4-FFF2-40B4-BE49-F238E27FC236}">
                <a16:creationId xmlns:a16="http://schemas.microsoft.com/office/drawing/2014/main" id="{0C3A28BB-9675-8648-9563-A663628F48F5}"/>
              </a:ext>
            </a:extLst>
          </p:cNvPr>
          <p:cNvSpPr>
            <a:spLocks noChangeAspect="1"/>
          </p:cNvSpPr>
          <p:nvPr/>
        </p:nvSpPr>
        <p:spPr bwMode="blackWhite">
          <a:xfrm>
            <a:off x="530197" y="1503788"/>
            <a:ext cx="409838" cy="4098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1">
            <a:extLst>
              <a:ext uri="{FF2B5EF4-FFF2-40B4-BE49-F238E27FC236}">
                <a16:creationId xmlns:a16="http://schemas.microsoft.com/office/drawing/2014/main" id="{516D502C-EEB8-7641-9141-D6049BAE3252}"/>
              </a:ext>
            </a:extLst>
          </p:cNvPr>
          <p:cNvSpPr txBox="1">
            <a:spLocks noChangeAspect="1"/>
          </p:cNvSpPr>
          <p:nvPr/>
        </p:nvSpPr>
        <p:spPr bwMode="blackWhite">
          <a:xfrm>
            <a:off x="457571" y="1520182"/>
            <a:ext cx="558179" cy="646331"/>
          </a:xfrm>
          <a:prstGeom prst="rect">
            <a:avLst/>
          </a:prstGeom>
          <a:noFill/>
        </p:spPr>
        <p:txBody>
          <a:bodyPr wrap="square" lIns="91440" tIns="45720" rIns="91440" bIns="45720" rtlCol="0" anchor="t">
            <a:spAutoFit/>
          </a:bodyPr>
          <a:lstStyle/>
          <a:p>
            <a:pPr algn="ctr"/>
            <a:r>
              <a:rPr lang="en-US" dirty="0">
                <a:solidFill>
                  <a:schemeClr val="bg1"/>
                </a:solidFill>
                <a:cs typeface="Segoe UI Semibold"/>
              </a:rPr>
              <a:t>2</a:t>
            </a:r>
          </a:p>
          <a:p>
            <a:pPr algn="ctr"/>
            <a:endParaRPr lang="en-US" dirty="0">
              <a:solidFill>
                <a:schemeClr val="bg1"/>
              </a:solidFill>
              <a:cs typeface="Segoe UI Semibold" panose="020B0702040204020203" pitchFamily="34" charset="0"/>
            </a:endParaRPr>
          </a:p>
        </p:txBody>
      </p:sp>
      <p:sp>
        <p:nvSpPr>
          <p:cNvPr id="51" name="Content Placeholder 7">
            <a:extLst>
              <a:ext uri="{FF2B5EF4-FFF2-40B4-BE49-F238E27FC236}">
                <a16:creationId xmlns:a16="http://schemas.microsoft.com/office/drawing/2014/main" id="{A6D40621-9F60-B248-A84C-7DCBF898D4DB}"/>
              </a:ext>
            </a:extLst>
          </p:cNvPr>
          <p:cNvSpPr txBox="1">
            <a:spLocks/>
          </p:cNvSpPr>
          <p:nvPr/>
        </p:nvSpPr>
        <p:spPr>
          <a:xfrm>
            <a:off x="1007952" y="1509612"/>
            <a:ext cx="10158364" cy="2660550"/>
          </a:xfrm>
          <a:prstGeom prst="rect">
            <a:avLst/>
          </a:prstGeom>
        </p:spPr>
        <p:txBody>
          <a:bodyPr vert="horz" lIns="91440" tIns="45720" rIns="91440" bIns="45720" rtlCol="0" anchor="t">
            <a:normAutofit/>
          </a:bodyPr>
          <a:lstStyle>
            <a:lvl1pPr marL="228598" indent="-228598" algn="l" defTabSz="914391" rtl="0" eaLnBrk="1" latinLnBrk="0" hangingPunct="1">
              <a:lnSpc>
                <a:spcPct val="100000"/>
              </a:lnSpc>
              <a:spcBef>
                <a:spcPts val="10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1pPr>
            <a:lvl2pPr marL="685793"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2pPr>
            <a:lvl3pPr marL="1142989"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3pPr>
            <a:lvl4pPr marL="1600185"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4pPr>
            <a:lvl5pPr marL="2057380" indent="-228598" algn="l" defTabSz="914391" rtl="0" eaLnBrk="1" latinLnBrk="0" hangingPunct="1">
              <a:lnSpc>
                <a:spcPct val="100000"/>
              </a:lnSpc>
              <a:spcBef>
                <a:spcPts val="500"/>
              </a:spcBef>
              <a:buFont typeface="Arial" panose="020B0604020202020204" pitchFamily="34" charset="0"/>
              <a:buChar char="•"/>
              <a:defRPr lang="en-US" sz="1400" kern="1200">
                <a:solidFill>
                  <a:schemeClr val="tx1">
                    <a:lumMod val="75000"/>
                    <a:lumOff val="25000"/>
                  </a:schemeClr>
                </a:solidFill>
                <a:latin typeface="+mn-lt"/>
                <a:ea typeface="+mn-ea"/>
                <a:cs typeface="+mn-cs"/>
              </a:defRPr>
            </a:lvl5pPr>
            <a:lvl6pPr marL="2514576"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72"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67"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63"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a:buNone/>
            </a:pPr>
            <a:r>
              <a:rPr lang="en-US" sz="1500" b="1" dirty="0">
                <a:solidFill>
                  <a:srgbClr val="25265E"/>
                </a:solidFill>
              </a:rPr>
              <a:t>Case II</a:t>
            </a:r>
            <a:endParaRPr lang="en-US" dirty="0">
              <a:cs typeface="Segoe UI"/>
            </a:endParaRPr>
          </a:p>
          <a:p>
            <a:pPr marL="227965" indent="-227965">
              <a:buNone/>
            </a:pPr>
            <a:r>
              <a:rPr lang="en-US" dirty="0">
                <a:ea typeface="+mn-lt"/>
                <a:cs typeface="+mn-lt"/>
              </a:rPr>
              <a:t>The key to be deleted is present in the internal nodes as well. Then we have to remove them from the internal nodes as well. There are the following cases for this situation.</a:t>
            </a:r>
            <a:endParaRPr lang="en-US" dirty="0">
              <a:cs typeface="Segoe UI"/>
            </a:endParaRPr>
          </a:p>
          <a:p>
            <a:pPr marL="227965" indent="-227965">
              <a:buNone/>
            </a:pPr>
            <a:endParaRPr lang="en-US" sz="1600" b="1" dirty="0">
              <a:solidFill>
                <a:srgbClr val="25265E"/>
              </a:solidFill>
              <a:cs typeface="Segoe UI"/>
            </a:endParaRPr>
          </a:p>
        </p:txBody>
      </p:sp>
      <p:sp>
        <p:nvSpPr>
          <p:cNvPr id="3" name="TextBox 2">
            <a:extLst>
              <a:ext uri="{FF2B5EF4-FFF2-40B4-BE49-F238E27FC236}">
                <a16:creationId xmlns:a16="http://schemas.microsoft.com/office/drawing/2014/main" id="{3D42122A-292D-4DBC-E5CD-5C9B73D00FFF}"/>
              </a:ext>
            </a:extLst>
          </p:cNvPr>
          <p:cNvSpPr txBox="1"/>
          <p:nvPr/>
        </p:nvSpPr>
        <p:spPr>
          <a:xfrm>
            <a:off x="730685" y="2700924"/>
            <a:ext cx="996601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7965" indent="-227965">
              <a:spcBef>
                <a:spcPts val="1000"/>
              </a:spcBef>
              <a:buFont typeface="Arial,Sans-Serif"/>
              <a:buChar char="•"/>
            </a:pPr>
            <a:r>
              <a:rPr lang="en-US" sz="1400" dirty="0">
                <a:ea typeface="+mn-lt"/>
                <a:cs typeface="+mn-lt"/>
              </a:rPr>
              <a:t>This case is similar to Case II(1) but here, empty space is generated above the immediate parent node.</a:t>
            </a:r>
            <a:br>
              <a:rPr lang="en-US" sz="1400" dirty="0">
                <a:ea typeface="+mn-lt"/>
                <a:cs typeface="+mn-lt"/>
              </a:rPr>
            </a:br>
            <a:r>
              <a:rPr lang="en-US" sz="1400" dirty="0">
                <a:ea typeface="+mn-lt"/>
                <a:cs typeface="+mn-lt"/>
              </a:rPr>
              <a:t>After deleting the key, merge the empty space with its sibling.</a:t>
            </a:r>
            <a:br>
              <a:rPr lang="en-US" sz="1400" dirty="0">
                <a:ea typeface="+mn-lt"/>
                <a:cs typeface="+mn-lt"/>
              </a:rPr>
            </a:br>
            <a:r>
              <a:rPr lang="en-US" sz="1400" dirty="0">
                <a:ea typeface="+mn-lt"/>
                <a:cs typeface="+mn-lt"/>
              </a:rPr>
              <a:t>Fill the empty space in the grandparent node with the </a:t>
            </a:r>
            <a:r>
              <a:rPr lang="en-US" sz="1400" dirty="0" err="1">
                <a:ea typeface="+mn-lt"/>
                <a:cs typeface="+mn-lt"/>
              </a:rPr>
              <a:t>inorder</a:t>
            </a:r>
            <a:r>
              <a:rPr lang="en-US" sz="1400" dirty="0">
                <a:ea typeface="+mn-lt"/>
                <a:cs typeface="+mn-lt"/>
              </a:rPr>
              <a:t> successor.</a:t>
            </a:r>
            <a:endParaRPr lang="en-US" dirty="0">
              <a:ea typeface="+mn-lt"/>
              <a:cs typeface="+mn-lt"/>
            </a:endParaRPr>
          </a:p>
        </p:txBody>
      </p:sp>
      <p:sp>
        <p:nvSpPr>
          <p:cNvPr id="4" name="TextBox 3">
            <a:extLst>
              <a:ext uri="{FF2B5EF4-FFF2-40B4-BE49-F238E27FC236}">
                <a16:creationId xmlns:a16="http://schemas.microsoft.com/office/drawing/2014/main" id="{4B4FAFDF-875F-2273-7614-10BE1268EBBD}"/>
              </a:ext>
            </a:extLst>
          </p:cNvPr>
          <p:cNvSpPr txBox="1"/>
          <p:nvPr/>
        </p:nvSpPr>
        <p:spPr>
          <a:xfrm>
            <a:off x="7229606" y="2636729"/>
            <a:ext cx="456991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endParaRPr lang="en-US" sz="1400" dirty="0">
              <a:ea typeface="+mn-lt"/>
              <a:cs typeface="+mn-lt"/>
            </a:endParaRPr>
          </a:p>
        </p:txBody>
      </p:sp>
      <p:pic>
        <p:nvPicPr>
          <p:cNvPr id="6" name="Picture 6" descr="A picture containing text, iPod, bunch, several&#10;&#10;Description automatically generated">
            <a:extLst>
              <a:ext uri="{FF2B5EF4-FFF2-40B4-BE49-F238E27FC236}">
                <a16:creationId xmlns:a16="http://schemas.microsoft.com/office/drawing/2014/main" id="{8D925250-FCBD-1634-8652-BC82973528B7}"/>
              </a:ext>
            </a:extLst>
          </p:cNvPr>
          <p:cNvPicPr>
            <a:picLocks noChangeAspect="1"/>
          </p:cNvPicPr>
          <p:nvPr/>
        </p:nvPicPr>
        <p:blipFill>
          <a:blip r:embed="rId2"/>
          <a:stretch>
            <a:fillRect/>
          </a:stretch>
        </p:blipFill>
        <p:spPr>
          <a:xfrm>
            <a:off x="9582864" y="2269299"/>
            <a:ext cx="1930190" cy="4615841"/>
          </a:xfrm>
          <a:prstGeom prst="rect">
            <a:avLst/>
          </a:prstGeom>
        </p:spPr>
      </p:pic>
    </p:spTree>
    <p:extLst>
      <p:ext uri="{BB962C8B-B14F-4D97-AF65-F5344CB8AC3E}">
        <p14:creationId xmlns:p14="http://schemas.microsoft.com/office/powerpoint/2010/main" val="57967992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E19FF-DAD9-4AB4-9D83-993EE9FE6846}"/>
              </a:ext>
            </a:extLst>
          </p:cNvPr>
          <p:cNvSpPr>
            <a:spLocks noGrp="1"/>
          </p:cNvSpPr>
          <p:nvPr>
            <p:ph type="title"/>
          </p:nvPr>
        </p:nvSpPr>
        <p:spPr>
          <a:xfrm>
            <a:off x="444500" y="412137"/>
            <a:ext cx="9146972" cy="640080"/>
          </a:xfrm>
        </p:spPr>
        <p:txBody>
          <a:bodyPr>
            <a:normAutofit/>
          </a:bodyPr>
          <a:lstStyle/>
          <a:p>
            <a:r>
              <a:rPr lang="en-US" b="1" dirty="0">
                <a:latin typeface="Segoe UI Semibold"/>
                <a:cs typeface="Segoe UI Semibold"/>
              </a:rPr>
              <a:t>Deletion in B+ tree</a:t>
            </a:r>
            <a:endParaRPr lang="en-US" dirty="0">
              <a:latin typeface="Segoe UI Semibold"/>
              <a:cs typeface="Segoe UI Semibold"/>
            </a:endParaRPr>
          </a:p>
          <a:p>
            <a:endParaRPr lang="en-US" b="1" dirty="0">
              <a:latin typeface="Segoe UI Semibold" panose="020B0502040204020203" pitchFamily="34" charset="0"/>
              <a:cs typeface="Segoe UI Semibold" panose="020B0502040204020203" pitchFamily="34" charset="0"/>
            </a:endParaRPr>
          </a:p>
        </p:txBody>
      </p:sp>
      <p:sp>
        <p:nvSpPr>
          <p:cNvPr id="40" name="Oval 39" descr="Small circle">
            <a:extLst>
              <a:ext uri="{FF2B5EF4-FFF2-40B4-BE49-F238E27FC236}">
                <a16:creationId xmlns:a16="http://schemas.microsoft.com/office/drawing/2014/main" id="{0C3A28BB-9675-8648-9563-A663628F48F5}"/>
              </a:ext>
            </a:extLst>
          </p:cNvPr>
          <p:cNvSpPr>
            <a:spLocks noChangeAspect="1"/>
          </p:cNvSpPr>
          <p:nvPr/>
        </p:nvSpPr>
        <p:spPr bwMode="blackWhite">
          <a:xfrm>
            <a:off x="530197" y="1503788"/>
            <a:ext cx="409838" cy="4098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1">
            <a:extLst>
              <a:ext uri="{FF2B5EF4-FFF2-40B4-BE49-F238E27FC236}">
                <a16:creationId xmlns:a16="http://schemas.microsoft.com/office/drawing/2014/main" id="{516D502C-EEB8-7641-9141-D6049BAE3252}"/>
              </a:ext>
            </a:extLst>
          </p:cNvPr>
          <p:cNvSpPr txBox="1">
            <a:spLocks noChangeAspect="1"/>
          </p:cNvSpPr>
          <p:nvPr/>
        </p:nvSpPr>
        <p:spPr bwMode="blackWhite">
          <a:xfrm>
            <a:off x="457571" y="1520182"/>
            <a:ext cx="558179" cy="646331"/>
          </a:xfrm>
          <a:prstGeom prst="rect">
            <a:avLst/>
          </a:prstGeom>
          <a:noFill/>
        </p:spPr>
        <p:txBody>
          <a:bodyPr wrap="square" lIns="91440" tIns="45720" rIns="91440" bIns="45720" rtlCol="0" anchor="t">
            <a:spAutoFit/>
          </a:bodyPr>
          <a:lstStyle/>
          <a:p>
            <a:pPr algn="ctr"/>
            <a:r>
              <a:rPr lang="en-US" dirty="0">
                <a:solidFill>
                  <a:schemeClr val="bg1"/>
                </a:solidFill>
                <a:cs typeface="Segoe UI Semibold"/>
              </a:rPr>
              <a:t>3</a:t>
            </a:r>
          </a:p>
          <a:p>
            <a:pPr algn="ctr"/>
            <a:endParaRPr lang="en-US" dirty="0">
              <a:solidFill>
                <a:schemeClr val="bg1"/>
              </a:solidFill>
              <a:cs typeface="Segoe UI Semibold"/>
            </a:endParaRPr>
          </a:p>
        </p:txBody>
      </p:sp>
      <p:sp>
        <p:nvSpPr>
          <p:cNvPr id="51" name="Content Placeholder 7">
            <a:extLst>
              <a:ext uri="{FF2B5EF4-FFF2-40B4-BE49-F238E27FC236}">
                <a16:creationId xmlns:a16="http://schemas.microsoft.com/office/drawing/2014/main" id="{A6D40621-9F60-B248-A84C-7DCBF898D4DB}"/>
              </a:ext>
            </a:extLst>
          </p:cNvPr>
          <p:cNvSpPr txBox="1">
            <a:spLocks/>
          </p:cNvSpPr>
          <p:nvPr/>
        </p:nvSpPr>
        <p:spPr>
          <a:xfrm>
            <a:off x="1017848" y="1509612"/>
            <a:ext cx="5259793" cy="2660550"/>
          </a:xfrm>
          <a:prstGeom prst="rect">
            <a:avLst/>
          </a:prstGeom>
        </p:spPr>
        <p:txBody>
          <a:bodyPr vert="horz" lIns="91440" tIns="45720" rIns="91440" bIns="45720" rtlCol="0" anchor="t">
            <a:normAutofit/>
          </a:bodyPr>
          <a:lstStyle>
            <a:lvl1pPr marL="228598" indent="-228598" algn="l" defTabSz="914391" rtl="0" eaLnBrk="1" latinLnBrk="0" hangingPunct="1">
              <a:lnSpc>
                <a:spcPct val="100000"/>
              </a:lnSpc>
              <a:spcBef>
                <a:spcPts val="10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1pPr>
            <a:lvl2pPr marL="685793"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2pPr>
            <a:lvl3pPr marL="1142989"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3pPr>
            <a:lvl4pPr marL="1600185" indent="-228598" algn="l" defTabSz="914391" rtl="0" eaLnBrk="1" latinLnBrk="0" hangingPunct="1">
              <a:lnSpc>
                <a:spcPct val="100000"/>
              </a:lnSpc>
              <a:spcBef>
                <a:spcPts val="500"/>
              </a:spcBef>
              <a:buFont typeface="Arial" panose="020B0604020202020204" pitchFamily="34" charset="0"/>
              <a:buChar char="•"/>
              <a:defRPr lang="en-US" sz="1400" kern="1200" smtClean="0">
                <a:solidFill>
                  <a:schemeClr val="tx1">
                    <a:lumMod val="75000"/>
                    <a:lumOff val="25000"/>
                  </a:schemeClr>
                </a:solidFill>
                <a:latin typeface="+mn-lt"/>
                <a:ea typeface="+mn-ea"/>
                <a:cs typeface="+mn-cs"/>
              </a:defRPr>
            </a:lvl4pPr>
            <a:lvl5pPr marL="2057380" indent="-228598" algn="l" defTabSz="914391" rtl="0" eaLnBrk="1" latinLnBrk="0" hangingPunct="1">
              <a:lnSpc>
                <a:spcPct val="100000"/>
              </a:lnSpc>
              <a:spcBef>
                <a:spcPts val="500"/>
              </a:spcBef>
              <a:buFont typeface="Arial" panose="020B0604020202020204" pitchFamily="34" charset="0"/>
              <a:buChar char="•"/>
              <a:defRPr lang="en-US" sz="1400" kern="1200">
                <a:solidFill>
                  <a:schemeClr val="tx1">
                    <a:lumMod val="75000"/>
                    <a:lumOff val="25000"/>
                  </a:schemeClr>
                </a:solidFill>
                <a:latin typeface="+mn-lt"/>
                <a:ea typeface="+mn-ea"/>
                <a:cs typeface="+mn-cs"/>
              </a:defRPr>
            </a:lvl5pPr>
            <a:lvl6pPr marL="2514576"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72"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67"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63"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a:buNone/>
            </a:pPr>
            <a:r>
              <a:rPr lang="en-US" sz="1500" b="1" dirty="0">
                <a:solidFill>
                  <a:srgbClr val="25265E"/>
                </a:solidFill>
              </a:rPr>
              <a:t>Case III</a:t>
            </a:r>
            <a:endParaRPr lang="en-US" dirty="0">
              <a:cs typeface="Segoe UI"/>
            </a:endParaRPr>
          </a:p>
          <a:p>
            <a:pPr marL="227965" indent="-227965">
              <a:buNone/>
            </a:pPr>
            <a:r>
              <a:rPr lang="en-US" dirty="0">
                <a:ea typeface="+mn-lt"/>
                <a:cs typeface="+mn-lt"/>
              </a:rPr>
              <a:t>In this case, the height of the tree gets </a:t>
            </a:r>
            <a:r>
              <a:rPr lang="en-US" err="1">
                <a:ea typeface="+mn-lt"/>
                <a:cs typeface="+mn-lt"/>
              </a:rPr>
              <a:t>shrinked</a:t>
            </a:r>
            <a:r>
              <a:rPr lang="en-US" dirty="0">
                <a:ea typeface="+mn-lt"/>
                <a:cs typeface="+mn-lt"/>
              </a:rPr>
              <a:t>. </a:t>
            </a:r>
          </a:p>
          <a:p>
            <a:pPr marL="227965" indent="-227965">
              <a:buNone/>
            </a:pPr>
            <a:r>
              <a:rPr lang="en-US" dirty="0">
                <a:ea typeface="+mn-lt"/>
                <a:cs typeface="+mn-lt"/>
              </a:rPr>
              <a:t>It is a little </a:t>
            </a:r>
            <a:r>
              <a:rPr lang="en-US" dirty="0" err="1">
                <a:ea typeface="+mn-lt"/>
                <a:cs typeface="+mn-lt"/>
              </a:rPr>
              <a:t>complicated.Deleting</a:t>
            </a:r>
            <a:r>
              <a:rPr lang="en-US" dirty="0">
                <a:ea typeface="+mn-lt"/>
                <a:cs typeface="+mn-lt"/>
              </a:rPr>
              <a:t> 55 from the tree below leads to</a:t>
            </a:r>
          </a:p>
          <a:p>
            <a:pPr marL="227965" indent="-227965">
              <a:buNone/>
            </a:pPr>
            <a:r>
              <a:rPr lang="en-US" dirty="0">
                <a:ea typeface="+mn-lt"/>
                <a:cs typeface="+mn-lt"/>
              </a:rPr>
              <a:t>this condition. It can be understood in the illustrations below.</a:t>
            </a:r>
            <a:endParaRPr lang="en-US" dirty="0">
              <a:cs typeface="Segoe UI"/>
            </a:endParaRPr>
          </a:p>
          <a:p>
            <a:pPr marL="227965" indent="-227965">
              <a:buNone/>
            </a:pPr>
            <a:endParaRPr lang="en-US" sz="1500" b="1" dirty="0">
              <a:solidFill>
                <a:srgbClr val="25265E"/>
              </a:solidFill>
              <a:cs typeface="Segoe UI"/>
            </a:endParaRPr>
          </a:p>
        </p:txBody>
      </p:sp>
      <p:sp>
        <p:nvSpPr>
          <p:cNvPr id="3" name="TextBox 2">
            <a:extLst>
              <a:ext uri="{FF2B5EF4-FFF2-40B4-BE49-F238E27FC236}">
                <a16:creationId xmlns:a16="http://schemas.microsoft.com/office/drawing/2014/main" id="{3D42122A-292D-4DBC-E5CD-5C9B73D00FFF}"/>
              </a:ext>
            </a:extLst>
          </p:cNvPr>
          <p:cNvSpPr txBox="1"/>
          <p:nvPr/>
        </p:nvSpPr>
        <p:spPr>
          <a:xfrm>
            <a:off x="730685" y="2700924"/>
            <a:ext cx="996601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000"/>
              </a:spcBef>
            </a:pPr>
            <a:endParaRPr lang="en-US" sz="1400" dirty="0">
              <a:ea typeface="+mn-lt"/>
              <a:cs typeface="+mn-lt"/>
            </a:endParaRPr>
          </a:p>
        </p:txBody>
      </p:sp>
      <p:sp>
        <p:nvSpPr>
          <p:cNvPr id="4" name="TextBox 3">
            <a:extLst>
              <a:ext uri="{FF2B5EF4-FFF2-40B4-BE49-F238E27FC236}">
                <a16:creationId xmlns:a16="http://schemas.microsoft.com/office/drawing/2014/main" id="{4B4FAFDF-875F-2273-7614-10BE1268EBBD}"/>
              </a:ext>
            </a:extLst>
          </p:cNvPr>
          <p:cNvSpPr txBox="1"/>
          <p:nvPr/>
        </p:nvSpPr>
        <p:spPr>
          <a:xfrm>
            <a:off x="7229606" y="2636729"/>
            <a:ext cx="456991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endParaRPr lang="en-US" sz="1400" dirty="0">
              <a:ea typeface="+mn-lt"/>
              <a:cs typeface="+mn-lt"/>
            </a:endParaRPr>
          </a:p>
        </p:txBody>
      </p:sp>
      <p:pic>
        <p:nvPicPr>
          <p:cNvPr id="5" name="Picture 6" descr="Diagram, application, Teams&#10;&#10;Description automatically generated">
            <a:extLst>
              <a:ext uri="{FF2B5EF4-FFF2-40B4-BE49-F238E27FC236}">
                <a16:creationId xmlns:a16="http://schemas.microsoft.com/office/drawing/2014/main" id="{657625DA-359E-7BAD-FFC8-B262EA8222EB}"/>
              </a:ext>
            </a:extLst>
          </p:cNvPr>
          <p:cNvPicPr>
            <a:picLocks noChangeAspect="1"/>
          </p:cNvPicPr>
          <p:nvPr/>
        </p:nvPicPr>
        <p:blipFill>
          <a:blip r:embed="rId2"/>
          <a:stretch>
            <a:fillRect/>
          </a:stretch>
        </p:blipFill>
        <p:spPr>
          <a:xfrm>
            <a:off x="8390518" y="1114862"/>
            <a:ext cx="2163789" cy="5816928"/>
          </a:xfrm>
          <a:prstGeom prst="rect">
            <a:avLst/>
          </a:prstGeom>
        </p:spPr>
      </p:pic>
    </p:spTree>
    <p:extLst>
      <p:ext uri="{BB962C8B-B14F-4D97-AF65-F5344CB8AC3E}">
        <p14:creationId xmlns:p14="http://schemas.microsoft.com/office/powerpoint/2010/main" val="381996841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3BD17-A7FE-4352-9D7A-10482C6865A6}"/>
              </a:ext>
            </a:extLst>
          </p:cNvPr>
          <p:cNvSpPr>
            <a:spLocks noGrp="1"/>
          </p:cNvSpPr>
          <p:nvPr>
            <p:ph type="title"/>
          </p:nvPr>
        </p:nvSpPr>
        <p:spPr>
          <a:xfrm>
            <a:off x="751279" y="520994"/>
            <a:ext cx="9146972" cy="640080"/>
          </a:xfrm>
        </p:spPr>
        <p:txBody>
          <a:bodyPr>
            <a:normAutofit/>
          </a:bodyPr>
          <a:lstStyle/>
          <a:p>
            <a:r>
              <a:rPr lang="en-US" dirty="0">
                <a:solidFill>
                  <a:srgbClr val="25265E"/>
                </a:solidFill>
              </a:rPr>
              <a:t>References</a:t>
            </a:r>
            <a:endParaRPr lang="en-US" dirty="0"/>
          </a:p>
        </p:txBody>
      </p:sp>
      <p:sp>
        <p:nvSpPr>
          <p:cNvPr id="3" name="Content Placeholder 2">
            <a:extLst>
              <a:ext uri="{FF2B5EF4-FFF2-40B4-BE49-F238E27FC236}">
                <a16:creationId xmlns:a16="http://schemas.microsoft.com/office/drawing/2014/main" id="{4B3C1D5B-11AC-48D7-B0A0-63BC88617D64}"/>
              </a:ext>
            </a:extLst>
          </p:cNvPr>
          <p:cNvSpPr>
            <a:spLocks noGrp="1"/>
          </p:cNvSpPr>
          <p:nvPr>
            <p:ph sz="quarter" idx="10"/>
          </p:nvPr>
        </p:nvSpPr>
        <p:spPr>
          <a:xfrm>
            <a:off x="752116" y="1509612"/>
            <a:ext cx="9411829" cy="3977640"/>
          </a:xfrm>
        </p:spPr>
        <p:txBody>
          <a:bodyPr vert="horz" lIns="91440" tIns="45720" rIns="91440" bIns="45720" rtlCol="0" anchor="t">
            <a:noAutofit/>
          </a:bodyPr>
          <a:lstStyle/>
          <a:p>
            <a:pPr marL="285750" indent="-285750"/>
            <a:endParaRPr lang="en-US" sz="1800" dirty="0">
              <a:solidFill>
                <a:schemeClr val="tx1"/>
              </a:solidFill>
              <a:ea typeface="+mn-lt"/>
              <a:cs typeface="+mn-lt"/>
            </a:endParaRPr>
          </a:p>
          <a:p>
            <a:pPr marL="227965" indent="-227965"/>
            <a:r>
              <a:rPr lang="en-US" sz="1800" dirty="0">
                <a:solidFill>
                  <a:schemeClr val="tx1"/>
                </a:solidFill>
                <a:ea typeface="+mn-lt"/>
                <a:cs typeface="+mn-lt"/>
              </a:rPr>
              <a:t>"The Ubiquitous B-Tree" by Douglas Comer (1979)</a:t>
            </a:r>
          </a:p>
          <a:p>
            <a:pPr marL="227965" indent="-227965"/>
            <a:endParaRPr lang="en-US" sz="1800" dirty="0">
              <a:solidFill>
                <a:schemeClr val="tx1"/>
              </a:solidFill>
              <a:ea typeface="+mn-lt"/>
              <a:cs typeface="+mn-lt"/>
            </a:endParaRPr>
          </a:p>
          <a:p>
            <a:pPr marL="227965" indent="-227965"/>
            <a:r>
              <a:rPr lang="en-US" sz="1800" dirty="0">
                <a:solidFill>
                  <a:schemeClr val="tx1"/>
                </a:solidFill>
                <a:ea typeface="+mn-lt"/>
                <a:cs typeface="+mn-lt"/>
              </a:rPr>
              <a:t>"B-trees, Shadowing, and Clones" by Goetz Graefe (2009)</a:t>
            </a:r>
            <a:endParaRPr lang="en-US" sz="1800" dirty="0">
              <a:solidFill>
                <a:schemeClr val="tx1"/>
              </a:solidFill>
              <a:cs typeface="Segoe UI"/>
            </a:endParaRPr>
          </a:p>
          <a:p>
            <a:pPr marL="227965" indent="-227965"/>
            <a:endParaRPr lang="en-US" sz="1800" dirty="0">
              <a:solidFill>
                <a:schemeClr val="tx1"/>
              </a:solidFill>
              <a:ea typeface="+mn-lt"/>
              <a:cs typeface="+mn-lt"/>
            </a:endParaRPr>
          </a:p>
          <a:p>
            <a:pPr marL="227965" indent="-227965"/>
            <a:r>
              <a:rPr lang="en-US" sz="1800" dirty="0">
                <a:solidFill>
                  <a:schemeClr val="tx1"/>
                </a:solidFill>
                <a:ea typeface="+mn-lt"/>
                <a:cs typeface="+mn-lt"/>
              </a:rPr>
              <a:t>"Efficient Locking for Concurrent Operations on B-Trees" by Philip L. Lehman and S. Bing Yao (1981)</a:t>
            </a:r>
            <a:endParaRPr lang="en-US" dirty="0">
              <a:solidFill>
                <a:schemeClr val="tx1"/>
              </a:solidFill>
              <a:cs typeface="Segoe UI"/>
            </a:endParaRPr>
          </a:p>
          <a:p>
            <a:pPr marL="285750" indent="-285750"/>
            <a:endParaRPr lang="en-US" sz="1800" dirty="0">
              <a:cs typeface="Segoe UI"/>
            </a:endParaRPr>
          </a:p>
          <a:p>
            <a:pPr marL="227965" indent="-227965"/>
            <a:endParaRPr lang="en-US" sz="1800" dirty="0">
              <a:cs typeface="Segoe UI"/>
            </a:endParaRPr>
          </a:p>
        </p:txBody>
      </p:sp>
    </p:spTree>
    <p:extLst>
      <p:ext uri="{BB962C8B-B14F-4D97-AF65-F5344CB8AC3E}">
        <p14:creationId xmlns:p14="http://schemas.microsoft.com/office/powerpoint/2010/main" val="338453037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7B0A113-12B5-B844-FC15-544BCB4F87E2}"/>
              </a:ext>
            </a:extLst>
          </p:cNvPr>
          <p:cNvSpPr txBox="1"/>
          <p:nvPr/>
        </p:nvSpPr>
        <p:spPr>
          <a:xfrm>
            <a:off x="839789" y="457200"/>
            <a:ext cx="3932237" cy="160020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defTabSz="914391">
              <a:lnSpc>
                <a:spcPct val="90000"/>
              </a:lnSpc>
              <a:spcBef>
                <a:spcPct val="0"/>
              </a:spcBef>
              <a:spcAft>
                <a:spcPts val="600"/>
              </a:spcAft>
            </a:pPr>
            <a:r>
              <a:rPr lang="en-US" sz="3200" b="1" kern="1200">
                <a:latin typeface="+mj-lt"/>
                <a:ea typeface="+mj-ea"/>
                <a:cs typeface="+mj-cs"/>
              </a:rPr>
              <a:t>THANK YOU!!!</a:t>
            </a:r>
          </a:p>
        </p:txBody>
      </p:sp>
      <p:graphicFrame>
        <p:nvGraphicFramePr>
          <p:cNvPr id="8" name="TextBox 1">
            <a:extLst>
              <a:ext uri="{FF2B5EF4-FFF2-40B4-BE49-F238E27FC236}">
                <a16:creationId xmlns:a16="http://schemas.microsoft.com/office/drawing/2014/main" id="{E536FEE9-2353-6A6A-F18A-1C6F4880DCB7}"/>
              </a:ext>
            </a:extLst>
          </p:cNvPr>
          <p:cNvGraphicFramePr/>
          <p:nvPr>
            <p:extLst>
              <p:ext uri="{D42A27DB-BD31-4B8C-83A1-F6EECF244321}">
                <p14:modId xmlns:p14="http://schemas.microsoft.com/office/powerpoint/2010/main" val="670996371"/>
              </p:ext>
            </p:extLst>
          </p:nvPr>
        </p:nvGraphicFramePr>
        <p:xfrm>
          <a:off x="5183189" y="987426"/>
          <a:ext cx="61722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6124927"/>
      </p:ext>
    </p:extLst>
  </p:cSld>
  <p:clrMapOvr>
    <a:masterClrMapping/>
  </p:clrMapOvr>
  <p:transition spd="slow">
    <p:wipe/>
  </p:transition>
</p:sld>
</file>

<file path=ppt/theme/theme1.xml><?xml version="1.0" encoding="utf-8"?>
<a:theme xmlns:a="http://schemas.openxmlformats.org/drawingml/2006/main" name="Office Theme">
  <a:themeElements>
    <a:clrScheme name="Dyslexia 4">
      <a:dk1>
        <a:srgbClr val="000000"/>
      </a:dk1>
      <a:lt1>
        <a:srgbClr val="FFFFFF"/>
      </a:lt1>
      <a:dk2>
        <a:srgbClr val="44546A"/>
      </a:dk2>
      <a:lt2>
        <a:srgbClr val="E7E6E6"/>
      </a:lt2>
      <a:accent1>
        <a:srgbClr val="4472C4"/>
      </a:accent1>
      <a:accent2>
        <a:srgbClr val="D24726"/>
      </a:accent2>
      <a:accent3>
        <a:srgbClr val="9B5AC8"/>
      </a:accent3>
      <a:accent4>
        <a:srgbClr val="F0A11F"/>
      </a:accent4>
      <a:accent5>
        <a:srgbClr val="CB5BA3"/>
      </a:accent5>
      <a:accent6>
        <a:srgbClr val="70AD47"/>
      </a:accent6>
      <a:hlink>
        <a:srgbClr val="0563C1"/>
      </a:hlink>
      <a:folHlink>
        <a:srgbClr val="954F72"/>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d map for Dyslexia_Win32_ss_v3.potx" id="{52B68AD9-87CD-4104-BE88-D09E115B5193}" vid="{32DE419F-2C9E-491B-9DE2-9CB15F0BBAC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78DEAE-E0CA-42BB-BA2E-F6A39AAEB4B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A1A6209-623F-4A40-A043-EF97F4DE5176}">
  <ds:schemaRefs>
    <ds:schemaRef ds:uri="http://schemas.microsoft.com/sharepoint/v3/contenttype/forms"/>
  </ds:schemaRefs>
</ds:datastoreItem>
</file>

<file path=customXml/itemProps3.xml><?xml version="1.0" encoding="utf-8"?>
<ds:datastoreItem xmlns:ds="http://schemas.openxmlformats.org/officeDocument/2006/customXml" ds:itemID="{D8CC2A95-AB18-4E2B-BAAB-ED507F826E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Mind map</Template>
  <TotalTime>12</TotalTime>
  <Words>890</Words>
  <Application>Microsoft Office PowerPoint</Application>
  <PresentationFormat>Widescreen</PresentationFormat>
  <Paragraphs>92</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Arial,Sans-Serif</vt:lpstr>
      <vt:lpstr>Calibri</vt:lpstr>
      <vt:lpstr>Segoe UI</vt:lpstr>
      <vt:lpstr>Segoe UI Semibold</vt:lpstr>
      <vt:lpstr>Office Theme</vt:lpstr>
      <vt:lpstr>PowerPoint Presentation</vt:lpstr>
      <vt:lpstr>Table Of Contents</vt:lpstr>
      <vt:lpstr>Data Structures Used  </vt:lpstr>
      <vt:lpstr>Benefits and Advantages :  </vt:lpstr>
      <vt:lpstr>Introduction to B+ Tree  </vt:lpstr>
      <vt:lpstr>Introduction to B+ Tree  </vt:lpstr>
      <vt:lpstr>   Searching on B+ Tree  </vt:lpstr>
      <vt:lpstr>Insertion on a B+ Tree  </vt:lpstr>
      <vt:lpstr>Insertion on a B+ Tree  </vt:lpstr>
      <vt:lpstr>Insertion on a B+ Tree  </vt:lpstr>
      <vt:lpstr>Deletion in B+ tree</vt:lpstr>
      <vt:lpstr>Deletion in B+ tree </vt:lpstr>
      <vt:lpstr>Deletion in B+ tree </vt:lpstr>
      <vt:lpstr>Deletion in B+ tree </vt:lpstr>
      <vt:lpstr>Deletion in B+ tree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 Maps</dc:title>
  <dc:creator/>
  <cp:lastModifiedBy>Hariom Badarkhe</cp:lastModifiedBy>
  <cp:revision>449</cp:revision>
  <dcterms:created xsi:type="dcterms:W3CDTF">2023-05-28T03:48:20Z</dcterms:created>
  <dcterms:modified xsi:type="dcterms:W3CDTF">2023-05-31T13:32:55Z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