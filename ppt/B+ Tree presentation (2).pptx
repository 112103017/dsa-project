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83" r:id="rId5"/>
    <p:sldId id="266" r:id="rId6"/>
    <p:sldId id="280" r:id="rId7"/>
    <p:sldId id="281" r:id="rId8"/>
    <p:sldId id="278" r:id="rId9"/>
    <p:sldId id="275" r:id="rId10"/>
    <p:sldId id="276" r:id="rId11"/>
    <p:sldId id="274" r:id="rId12"/>
    <p:sldId id="272" r:id="rId13"/>
    <p:sldId id="273" r:id="rId14"/>
    <p:sldId id="265" r:id="rId15"/>
    <p:sldId id="267" r:id="rId16"/>
    <p:sldId id="269" r:id="rId17"/>
    <p:sldId id="270" r:id="rId18"/>
    <p:sldId id="279" r:id="rId19"/>
    <p:sldId id="28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88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B31B6B-5F6C-C384-C6CB-CD869253E5CA}" v="3" dt="2023-05-29T03:16:18.092"/>
    <p1510:client id="{9A42709D-3A73-2027-BC83-266456E31799}" v="23" dt="2023-05-29T03:30:31.398"/>
    <p1510:client id="{D8B23C06-E174-4A0D-92D1-6B910D624C13}" v="661" dt="2023-05-28T04:44:04.085"/>
    <p1510:client id="{D9855FB3-69A2-1756-776B-FC8BD93F277D}" v="1" dt="2023-05-29T03:20:48.403"/>
    <p1510:client id="{F016B8E9-4E04-C462-1C6C-78C456AD74E0}" v="487" dt="2023-05-28T18:28:02.6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92"/>
  </p:normalViewPr>
  <p:slideViewPr>
    <p:cSldViewPr snapToGrid="0" snapToObjects="1">
      <p:cViewPr>
        <p:scale>
          <a:sx n="100" d="100"/>
          <a:sy n="100" d="100"/>
        </p:scale>
        <p:origin x="58" y="-9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3F7354-1D36-4175-B8CB-D1C2E910A07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3A7E25-BF22-4242-98A9-6F8DCD1987ED}">
      <dgm:prSet/>
      <dgm:spPr/>
      <dgm:t>
        <a:bodyPr/>
        <a:lstStyle/>
        <a:p>
          <a:r>
            <a:rPr lang="en-US" dirty="0"/>
            <a:t>Introduction to B+ trees</a:t>
          </a:r>
        </a:p>
      </dgm:t>
    </dgm:pt>
    <dgm:pt modelId="{750055AE-5644-40B0-95DB-4749B22D2665}" type="parTrans" cxnId="{BDFE1240-8462-4623-91E1-3B2CE9431D0E}">
      <dgm:prSet/>
      <dgm:spPr/>
      <dgm:t>
        <a:bodyPr/>
        <a:lstStyle/>
        <a:p>
          <a:endParaRPr lang="en-US"/>
        </a:p>
      </dgm:t>
    </dgm:pt>
    <dgm:pt modelId="{AE7285E8-682D-4B68-891A-0D8C1566170C}" type="sibTrans" cxnId="{BDFE1240-8462-4623-91E1-3B2CE9431D0E}">
      <dgm:prSet/>
      <dgm:spPr/>
      <dgm:t>
        <a:bodyPr/>
        <a:lstStyle/>
        <a:p>
          <a:endParaRPr lang="en-US"/>
        </a:p>
      </dgm:t>
    </dgm:pt>
    <dgm:pt modelId="{48835CB4-9EB6-4463-ABBC-E466A49F2A7F}">
      <dgm:prSet/>
      <dgm:spPr/>
      <dgm:t>
        <a:bodyPr/>
        <a:lstStyle/>
        <a:p>
          <a:r>
            <a:rPr lang="en-US" dirty="0"/>
            <a:t>Searching on B+ trees</a:t>
          </a:r>
        </a:p>
      </dgm:t>
    </dgm:pt>
    <dgm:pt modelId="{29B4BE7C-A321-4E86-AF0D-F8F3A57866F2}" type="parTrans" cxnId="{14299168-3F73-4ABE-B8DE-5EDDD9A1985D}">
      <dgm:prSet/>
      <dgm:spPr/>
      <dgm:t>
        <a:bodyPr/>
        <a:lstStyle/>
        <a:p>
          <a:endParaRPr lang="en-US"/>
        </a:p>
      </dgm:t>
    </dgm:pt>
    <dgm:pt modelId="{F956D006-AE13-4271-A5B7-844225348FB9}" type="sibTrans" cxnId="{14299168-3F73-4ABE-B8DE-5EDDD9A1985D}">
      <dgm:prSet/>
      <dgm:spPr/>
      <dgm:t>
        <a:bodyPr/>
        <a:lstStyle/>
        <a:p>
          <a:endParaRPr lang="en-US"/>
        </a:p>
      </dgm:t>
    </dgm:pt>
    <dgm:pt modelId="{2E9F59E3-7ABE-4648-83EC-97D8E68FDFC1}">
      <dgm:prSet/>
      <dgm:spPr/>
      <dgm:t>
        <a:bodyPr/>
        <a:lstStyle/>
        <a:p>
          <a:r>
            <a:rPr lang="en-US" dirty="0"/>
            <a:t>Insertion on B+ trees</a:t>
          </a:r>
        </a:p>
      </dgm:t>
    </dgm:pt>
    <dgm:pt modelId="{1D9BDE81-525F-4875-BC4D-C731053B8AC5}" type="parTrans" cxnId="{B5FE95E4-55FC-4345-8B4E-41B622D39A9A}">
      <dgm:prSet/>
      <dgm:spPr/>
      <dgm:t>
        <a:bodyPr/>
        <a:lstStyle/>
        <a:p>
          <a:endParaRPr lang="en-US"/>
        </a:p>
      </dgm:t>
    </dgm:pt>
    <dgm:pt modelId="{192561FB-29EA-4B36-88A6-1EA4890DD7DA}" type="sibTrans" cxnId="{B5FE95E4-55FC-4345-8B4E-41B622D39A9A}">
      <dgm:prSet/>
      <dgm:spPr/>
      <dgm:t>
        <a:bodyPr/>
        <a:lstStyle/>
        <a:p>
          <a:endParaRPr lang="en-US"/>
        </a:p>
      </dgm:t>
    </dgm:pt>
    <dgm:pt modelId="{0CFF7039-FAF8-4F1A-8C27-6C78271EF978}">
      <dgm:prSet/>
      <dgm:spPr/>
      <dgm:t>
        <a:bodyPr/>
        <a:lstStyle/>
        <a:p>
          <a:r>
            <a:rPr lang="en-US" dirty="0"/>
            <a:t>Deletion on B+ trees</a:t>
          </a:r>
        </a:p>
      </dgm:t>
    </dgm:pt>
    <dgm:pt modelId="{25F9BDE4-0920-4AF2-9B54-3FDC2AD1BDBC}" type="parTrans" cxnId="{37046E05-2E99-40FE-9C49-DCCEFD8B0704}">
      <dgm:prSet/>
      <dgm:spPr/>
      <dgm:t>
        <a:bodyPr/>
        <a:lstStyle/>
        <a:p>
          <a:endParaRPr lang="en-US"/>
        </a:p>
      </dgm:t>
    </dgm:pt>
    <dgm:pt modelId="{6FC40FEC-7B57-4168-9A01-2D504E986C23}" type="sibTrans" cxnId="{37046E05-2E99-40FE-9C49-DCCEFD8B0704}">
      <dgm:prSet/>
      <dgm:spPr/>
      <dgm:t>
        <a:bodyPr/>
        <a:lstStyle/>
        <a:p>
          <a:endParaRPr lang="en-US"/>
        </a:p>
      </dgm:t>
    </dgm:pt>
    <dgm:pt modelId="{58A07DA0-63D1-450B-82B4-4B04B9A39F36}">
      <dgm:prSet/>
      <dgm:spPr/>
      <dgm:t>
        <a:bodyPr/>
        <a:lstStyle/>
        <a:p>
          <a:r>
            <a:rPr lang="en-US" dirty="0"/>
            <a:t>References</a:t>
          </a:r>
        </a:p>
      </dgm:t>
    </dgm:pt>
    <dgm:pt modelId="{F12658AA-258C-4C9B-8EF9-7FDFDA7F9352}" type="parTrans" cxnId="{0768A662-D2E1-4186-82FF-FE3335E7DC1E}">
      <dgm:prSet/>
      <dgm:spPr/>
      <dgm:t>
        <a:bodyPr/>
        <a:lstStyle/>
        <a:p>
          <a:endParaRPr lang="en-US"/>
        </a:p>
      </dgm:t>
    </dgm:pt>
    <dgm:pt modelId="{D41E2A65-1EDC-4EC1-9D2E-A37FC516ACEB}" type="sibTrans" cxnId="{0768A662-D2E1-4186-82FF-FE3335E7DC1E}">
      <dgm:prSet/>
      <dgm:spPr/>
      <dgm:t>
        <a:bodyPr/>
        <a:lstStyle/>
        <a:p>
          <a:endParaRPr lang="en-US"/>
        </a:p>
      </dgm:t>
    </dgm:pt>
    <dgm:pt modelId="{74477D77-92FA-4C43-A1B4-D4B987A7A6B0}" type="pres">
      <dgm:prSet presAssocID="{CB3F7354-1D36-4175-B8CB-D1C2E910A07A}" presName="vert0" presStyleCnt="0">
        <dgm:presLayoutVars>
          <dgm:dir/>
          <dgm:animOne val="branch"/>
          <dgm:animLvl val="lvl"/>
        </dgm:presLayoutVars>
      </dgm:prSet>
      <dgm:spPr/>
    </dgm:pt>
    <dgm:pt modelId="{2E83B9B7-B19A-4CF1-9EA8-7A9EC647D38E}" type="pres">
      <dgm:prSet presAssocID="{1E3A7E25-BF22-4242-98A9-6F8DCD1987ED}" presName="thickLine" presStyleLbl="alignNode1" presStyleIdx="0" presStyleCnt="5"/>
      <dgm:spPr/>
    </dgm:pt>
    <dgm:pt modelId="{D0467AB1-F13D-4C78-8E9F-DE1D4867A0CB}" type="pres">
      <dgm:prSet presAssocID="{1E3A7E25-BF22-4242-98A9-6F8DCD1987ED}" presName="horz1" presStyleCnt="0"/>
      <dgm:spPr/>
    </dgm:pt>
    <dgm:pt modelId="{208B4372-2F47-4B45-9128-5BCC35945EEF}" type="pres">
      <dgm:prSet presAssocID="{1E3A7E25-BF22-4242-98A9-6F8DCD1987ED}" presName="tx1" presStyleLbl="revTx" presStyleIdx="0" presStyleCnt="5"/>
      <dgm:spPr/>
    </dgm:pt>
    <dgm:pt modelId="{E46807C8-23F4-4F3F-BE3C-87CF56DDE266}" type="pres">
      <dgm:prSet presAssocID="{1E3A7E25-BF22-4242-98A9-6F8DCD1987ED}" presName="vert1" presStyleCnt="0"/>
      <dgm:spPr/>
    </dgm:pt>
    <dgm:pt modelId="{11E0B85C-B00B-4F97-B983-148D64503354}" type="pres">
      <dgm:prSet presAssocID="{48835CB4-9EB6-4463-ABBC-E466A49F2A7F}" presName="thickLine" presStyleLbl="alignNode1" presStyleIdx="1" presStyleCnt="5"/>
      <dgm:spPr/>
    </dgm:pt>
    <dgm:pt modelId="{7F88080A-DD1B-4502-8391-A1757F8D1E0F}" type="pres">
      <dgm:prSet presAssocID="{48835CB4-9EB6-4463-ABBC-E466A49F2A7F}" presName="horz1" presStyleCnt="0"/>
      <dgm:spPr/>
    </dgm:pt>
    <dgm:pt modelId="{631DCA45-68A4-4BAE-94B8-2B8640DC4EE8}" type="pres">
      <dgm:prSet presAssocID="{48835CB4-9EB6-4463-ABBC-E466A49F2A7F}" presName="tx1" presStyleLbl="revTx" presStyleIdx="1" presStyleCnt="5"/>
      <dgm:spPr/>
    </dgm:pt>
    <dgm:pt modelId="{FE883EA6-9A13-4E09-89BE-EB84DD0C9A6A}" type="pres">
      <dgm:prSet presAssocID="{48835CB4-9EB6-4463-ABBC-E466A49F2A7F}" presName="vert1" presStyleCnt="0"/>
      <dgm:spPr/>
    </dgm:pt>
    <dgm:pt modelId="{C1172284-0297-41B1-9182-7CCFA9EF74F5}" type="pres">
      <dgm:prSet presAssocID="{2E9F59E3-7ABE-4648-83EC-97D8E68FDFC1}" presName="thickLine" presStyleLbl="alignNode1" presStyleIdx="2" presStyleCnt="5"/>
      <dgm:spPr/>
    </dgm:pt>
    <dgm:pt modelId="{9343F017-BB11-4ACC-A775-06D1FD5753BB}" type="pres">
      <dgm:prSet presAssocID="{2E9F59E3-7ABE-4648-83EC-97D8E68FDFC1}" presName="horz1" presStyleCnt="0"/>
      <dgm:spPr/>
    </dgm:pt>
    <dgm:pt modelId="{9DCA65BD-B099-41A4-A2C5-EBC6C3362B47}" type="pres">
      <dgm:prSet presAssocID="{2E9F59E3-7ABE-4648-83EC-97D8E68FDFC1}" presName="tx1" presStyleLbl="revTx" presStyleIdx="2" presStyleCnt="5"/>
      <dgm:spPr/>
    </dgm:pt>
    <dgm:pt modelId="{6CEDF4C8-DA7D-4C50-91E2-DC9D2C4BA6DC}" type="pres">
      <dgm:prSet presAssocID="{2E9F59E3-7ABE-4648-83EC-97D8E68FDFC1}" presName="vert1" presStyleCnt="0"/>
      <dgm:spPr/>
    </dgm:pt>
    <dgm:pt modelId="{5EAD4BAB-5E58-49CA-9FDA-4E622A4E8479}" type="pres">
      <dgm:prSet presAssocID="{0CFF7039-FAF8-4F1A-8C27-6C78271EF978}" presName="thickLine" presStyleLbl="alignNode1" presStyleIdx="3" presStyleCnt="5"/>
      <dgm:spPr/>
    </dgm:pt>
    <dgm:pt modelId="{021CC2C9-9556-4DE0-92A1-A8A5ACF5A3FA}" type="pres">
      <dgm:prSet presAssocID="{0CFF7039-FAF8-4F1A-8C27-6C78271EF978}" presName="horz1" presStyleCnt="0"/>
      <dgm:spPr/>
    </dgm:pt>
    <dgm:pt modelId="{FF5600BA-541B-4E76-BD37-D48CD6497EEE}" type="pres">
      <dgm:prSet presAssocID="{0CFF7039-FAF8-4F1A-8C27-6C78271EF978}" presName="tx1" presStyleLbl="revTx" presStyleIdx="3" presStyleCnt="5"/>
      <dgm:spPr/>
    </dgm:pt>
    <dgm:pt modelId="{8716A601-ADC0-4456-B68F-C93F4F2F057C}" type="pres">
      <dgm:prSet presAssocID="{0CFF7039-FAF8-4F1A-8C27-6C78271EF978}" presName="vert1" presStyleCnt="0"/>
      <dgm:spPr/>
    </dgm:pt>
    <dgm:pt modelId="{93855892-3920-4986-8063-BEBAE77C030C}" type="pres">
      <dgm:prSet presAssocID="{58A07DA0-63D1-450B-82B4-4B04B9A39F36}" presName="thickLine" presStyleLbl="alignNode1" presStyleIdx="4" presStyleCnt="5"/>
      <dgm:spPr/>
    </dgm:pt>
    <dgm:pt modelId="{FBD9CDC7-071B-44ED-B1F0-B40E121E59CB}" type="pres">
      <dgm:prSet presAssocID="{58A07DA0-63D1-450B-82B4-4B04B9A39F36}" presName="horz1" presStyleCnt="0"/>
      <dgm:spPr/>
    </dgm:pt>
    <dgm:pt modelId="{33B4C24F-35C8-465C-8020-50129951AE86}" type="pres">
      <dgm:prSet presAssocID="{58A07DA0-63D1-450B-82B4-4B04B9A39F36}" presName="tx1" presStyleLbl="revTx" presStyleIdx="4" presStyleCnt="5"/>
      <dgm:spPr/>
    </dgm:pt>
    <dgm:pt modelId="{9CBBAD65-5F69-475E-8D45-3B3CA588247E}" type="pres">
      <dgm:prSet presAssocID="{58A07DA0-63D1-450B-82B4-4B04B9A39F36}" presName="vert1" presStyleCnt="0"/>
      <dgm:spPr/>
    </dgm:pt>
  </dgm:ptLst>
  <dgm:cxnLst>
    <dgm:cxn modelId="{37046E05-2E99-40FE-9C49-DCCEFD8B0704}" srcId="{CB3F7354-1D36-4175-B8CB-D1C2E910A07A}" destId="{0CFF7039-FAF8-4F1A-8C27-6C78271EF978}" srcOrd="3" destOrd="0" parTransId="{25F9BDE4-0920-4AF2-9B54-3FDC2AD1BDBC}" sibTransId="{6FC40FEC-7B57-4168-9A01-2D504E986C23}"/>
    <dgm:cxn modelId="{BDFE1240-8462-4623-91E1-3B2CE9431D0E}" srcId="{CB3F7354-1D36-4175-B8CB-D1C2E910A07A}" destId="{1E3A7E25-BF22-4242-98A9-6F8DCD1987ED}" srcOrd="0" destOrd="0" parTransId="{750055AE-5644-40B0-95DB-4749B22D2665}" sibTransId="{AE7285E8-682D-4B68-891A-0D8C1566170C}"/>
    <dgm:cxn modelId="{0768A662-D2E1-4186-82FF-FE3335E7DC1E}" srcId="{CB3F7354-1D36-4175-B8CB-D1C2E910A07A}" destId="{58A07DA0-63D1-450B-82B4-4B04B9A39F36}" srcOrd="4" destOrd="0" parTransId="{F12658AA-258C-4C9B-8EF9-7FDFDA7F9352}" sibTransId="{D41E2A65-1EDC-4EC1-9D2E-A37FC516ACEB}"/>
    <dgm:cxn modelId="{14299168-3F73-4ABE-B8DE-5EDDD9A1985D}" srcId="{CB3F7354-1D36-4175-B8CB-D1C2E910A07A}" destId="{48835CB4-9EB6-4463-ABBC-E466A49F2A7F}" srcOrd="1" destOrd="0" parTransId="{29B4BE7C-A321-4E86-AF0D-F8F3A57866F2}" sibTransId="{F956D006-AE13-4271-A5B7-844225348FB9}"/>
    <dgm:cxn modelId="{A65B4F55-F19B-4337-841A-F500C91AA010}" type="presOf" srcId="{48835CB4-9EB6-4463-ABBC-E466A49F2A7F}" destId="{631DCA45-68A4-4BAE-94B8-2B8640DC4EE8}" srcOrd="0" destOrd="0" presId="urn:microsoft.com/office/officeart/2008/layout/LinedList"/>
    <dgm:cxn modelId="{3EC09959-416A-4CFC-B3B5-3075B99FB025}" type="presOf" srcId="{CB3F7354-1D36-4175-B8CB-D1C2E910A07A}" destId="{74477D77-92FA-4C43-A1B4-D4B987A7A6B0}" srcOrd="0" destOrd="0" presId="urn:microsoft.com/office/officeart/2008/layout/LinedList"/>
    <dgm:cxn modelId="{344147AD-4500-41B9-8AFF-BA998325D188}" type="presOf" srcId="{0CFF7039-FAF8-4F1A-8C27-6C78271EF978}" destId="{FF5600BA-541B-4E76-BD37-D48CD6497EEE}" srcOrd="0" destOrd="0" presId="urn:microsoft.com/office/officeart/2008/layout/LinedList"/>
    <dgm:cxn modelId="{B5FE95E4-55FC-4345-8B4E-41B622D39A9A}" srcId="{CB3F7354-1D36-4175-B8CB-D1C2E910A07A}" destId="{2E9F59E3-7ABE-4648-83EC-97D8E68FDFC1}" srcOrd="2" destOrd="0" parTransId="{1D9BDE81-525F-4875-BC4D-C731053B8AC5}" sibTransId="{192561FB-29EA-4B36-88A6-1EA4890DD7DA}"/>
    <dgm:cxn modelId="{300220EA-BA82-484A-B61D-7DDA0E6C792B}" type="presOf" srcId="{2E9F59E3-7ABE-4648-83EC-97D8E68FDFC1}" destId="{9DCA65BD-B099-41A4-A2C5-EBC6C3362B47}" srcOrd="0" destOrd="0" presId="urn:microsoft.com/office/officeart/2008/layout/LinedList"/>
    <dgm:cxn modelId="{7EAE50EB-0E2F-4447-8014-17C48CEAD2E4}" type="presOf" srcId="{1E3A7E25-BF22-4242-98A9-6F8DCD1987ED}" destId="{208B4372-2F47-4B45-9128-5BCC35945EEF}" srcOrd="0" destOrd="0" presId="urn:microsoft.com/office/officeart/2008/layout/LinedList"/>
    <dgm:cxn modelId="{1EA9BDEE-7BA1-4718-B66C-152B65CFDA7C}" type="presOf" srcId="{58A07DA0-63D1-450B-82B4-4B04B9A39F36}" destId="{33B4C24F-35C8-465C-8020-50129951AE86}" srcOrd="0" destOrd="0" presId="urn:microsoft.com/office/officeart/2008/layout/LinedList"/>
    <dgm:cxn modelId="{14F3F692-09C9-431C-A593-7DDBB88E928C}" type="presParOf" srcId="{74477D77-92FA-4C43-A1B4-D4B987A7A6B0}" destId="{2E83B9B7-B19A-4CF1-9EA8-7A9EC647D38E}" srcOrd="0" destOrd="0" presId="urn:microsoft.com/office/officeart/2008/layout/LinedList"/>
    <dgm:cxn modelId="{E1C7545C-7A13-4DF1-B2A5-4CFB32857616}" type="presParOf" srcId="{74477D77-92FA-4C43-A1B4-D4B987A7A6B0}" destId="{D0467AB1-F13D-4C78-8E9F-DE1D4867A0CB}" srcOrd="1" destOrd="0" presId="urn:microsoft.com/office/officeart/2008/layout/LinedList"/>
    <dgm:cxn modelId="{C12DAFA6-5472-410E-9FFD-4F4FE1B22454}" type="presParOf" srcId="{D0467AB1-F13D-4C78-8E9F-DE1D4867A0CB}" destId="{208B4372-2F47-4B45-9128-5BCC35945EEF}" srcOrd="0" destOrd="0" presId="urn:microsoft.com/office/officeart/2008/layout/LinedList"/>
    <dgm:cxn modelId="{CE6E598A-E8DF-4891-88F4-1FA3024C2501}" type="presParOf" srcId="{D0467AB1-F13D-4C78-8E9F-DE1D4867A0CB}" destId="{E46807C8-23F4-4F3F-BE3C-87CF56DDE266}" srcOrd="1" destOrd="0" presId="urn:microsoft.com/office/officeart/2008/layout/LinedList"/>
    <dgm:cxn modelId="{7F6363C3-2F00-4490-A7C7-A9DB0E7576A7}" type="presParOf" srcId="{74477D77-92FA-4C43-A1B4-D4B987A7A6B0}" destId="{11E0B85C-B00B-4F97-B983-148D64503354}" srcOrd="2" destOrd="0" presId="urn:microsoft.com/office/officeart/2008/layout/LinedList"/>
    <dgm:cxn modelId="{3875EEF8-041E-48A5-A53C-B9E63ABC80E5}" type="presParOf" srcId="{74477D77-92FA-4C43-A1B4-D4B987A7A6B0}" destId="{7F88080A-DD1B-4502-8391-A1757F8D1E0F}" srcOrd="3" destOrd="0" presId="urn:microsoft.com/office/officeart/2008/layout/LinedList"/>
    <dgm:cxn modelId="{1CFBF8D9-78A1-4D7E-858C-1E6703B47674}" type="presParOf" srcId="{7F88080A-DD1B-4502-8391-A1757F8D1E0F}" destId="{631DCA45-68A4-4BAE-94B8-2B8640DC4EE8}" srcOrd="0" destOrd="0" presId="urn:microsoft.com/office/officeart/2008/layout/LinedList"/>
    <dgm:cxn modelId="{A2BD0FF4-148B-488A-86F2-E90DEB7322CE}" type="presParOf" srcId="{7F88080A-DD1B-4502-8391-A1757F8D1E0F}" destId="{FE883EA6-9A13-4E09-89BE-EB84DD0C9A6A}" srcOrd="1" destOrd="0" presId="urn:microsoft.com/office/officeart/2008/layout/LinedList"/>
    <dgm:cxn modelId="{20D1785C-E2F3-449D-BF8F-506D52F2C3D4}" type="presParOf" srcId="{74477D77-92FA-4C43-A1B4-D4B987A7A6B0}" destId="{C1172284-0297-41B1-9182-7CCFA9EF74F5}" srcOrd="4" destOrd="0" presId="urn:microsoft.com/office/officeart/2008/layout/LinedList"/>
    <dgm:cxn modelId="{4290C032-E0E0-4F6C-99E7-6E5C15313436}" type="presParOf" srcId="{74477D77-92FA-4C43-A1B4-D4B987A7A6B0}" destId="{9343F017-BB11-4ACC-A775-06D1FD5753BB}" srcOrd="5" destOrd="0" presId="urn:microsoft.com/office/officeart/2008/layout/LinedList"/>
    <dgm:cxn modelId="{BBE2D94E-5F1E-496F-8C2B-165A02A67C21}" type="presParOf" srcId="{9343F017-BB11-4ACC-A775-06D1FD5753BB}" destId="{9DCA65BD-B099-41A4-A2C5-EBC6C3362B47}" srcOrd="0" destOrd="0" presId="urn:microsoft.com/office/officeart/2008/layout/LinedList"/>
    <dgm:cxn modelId="{DBD56F41-CD61-40BD-B471-D2441AF77889}" type="presParOf" srcId="{9343F017-BB11-4ACC-A775-06D1FD5753BB}" destId="{6CEDF4C8-DA7D-4C50-91E2-DC9D2C4BA6DC}" srcOrd="1" destOrd="0" presId="urn:microsoft.com/office/officeart/2008/layout/LinedList"/>
    <dgm:cxn modelId="{45DAFAA0-82E4-424B-A078-8D3E42DF5AB9}" type="presParOf" srcId="{74477D77-92FA-4C43-A1B4-D4B987A7A6B0}" destId="{5EAD4BAB-5E58-49CA-9FDA-4E622A4E8479}" srcOrd="6" destOrd="0" presId="urn:microsoft.com/office/officeart/2008/layout/LinedList"/>
    <dgm:cxn modelId="{3B0E9BC8-40A9-41AF-A9FA-5AAD9D6A13FB}" type="presParOf" srcId="{74477D77-92FA-4C43-A1B4-D4B987A7A6B0}" destId="{021CC2C9-9556-4DE0-92A1-A8A5ACF5A3FA}" srcOrd="7" destOrd="0" presId="urn:microsoft.com/office/officeart/2008/layout/LinedList"/>
    <dgm:cxn modelId="{44E5237E-1CB1-4594-85BE-21CE98404B13}" type="presParOf" srcId="{021CC2C9-9556-4DE0-92A1-A8A5ACF5A3FA}" destId="{FF5600BA-541B-4E76-BD37-D48CD6497EEE}" srcOrd="0" destOrd="0" presId="urn:microsoft.com/office/officeart/2008/layout/LinedList"/>
    <dgm:cxn modelId="{344C7A51-809D-493E-9A92-A59A91D23C8C}" type="presParOf" srcId="{021CC2C9-9556-4DE0-92A1-A8A5ACF5A3FA}" destId="{8716A601-ADC0-4456-B68F-C93F4F2F057C}" srcOrd="1" destOrd="0" presId="urn:microsoft.com/office/officeart/2008/layout/LinedList"/>
    <dgm:cxn modelId="{40EE45AB-7958-4254-8E96-FECEBB1F0F6A}" type="presParOf" srcId="{74477D77-92FA-4C43-A1B4-D4B987A7A6B0}" destId="{93855892-3920-4986-8063-BEBAE77C030C}" srcOrd="8" destOrd="0" presId="urn:microsoft.com/office/officeart/2008/layout/LinedList"/>
    <dgm:cxn modelId="{9CBD5AE4-8C18-4963-A9DA-13DC3F74D3B2}" type="presParOf" srcId="{74477D77-92FA-4C43-A1B4-D4B987A7A6B0}" destId="{FBD9CDC7-071B-44ED-B1F0-B40E121E59CB}" srcOrd="9" destOrd="0" presId="urn:microsoft.com/office/officeart/2008/layout/LinedList"/>
    <dgm:cxn modelId="{1151CEF6-B880-41C8-AF5E-F290F13C1B60}" type="presParOf" srcId="{FBD9CDC7-071B-44ED-B1F0-B40E121E59CB}" destId="{33B4C24F-35C8-465C-8020-50129951AE86}" srcOrd="0" destOrd="0" presId="urn:microsoft.com/office/officeart/2008/layout/LinedList"/>
    <dgm:cxn modelId="{087783CA-AA5F-41E7-9306-F6C416DAF20F}" type="presParOf" srcId="{FBD9CDC7-071B-44ED-B1F0-B40E121E59CB}" destId="{9CBBAD65-5F69-475E-8D45-3B3CA588247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B26D68-7CC2-425D-8B53-35D71206067F}" type="doc">
      <dgm:prSet loTypeId="urn:microsoft.com/office/officeart/2016/7/layout/VerticalHollowActionLis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F4430F-17EE-450D-825D-ABCB2F2B3B6D}">
      <dgm:prSet/>
      <dgm:spPr/>
      <dgm:t>
        <a:bodyPr/>
        <a:lstStyle/>
        <a:p>
          <a:r>
            <a:rPr lang="en-US"/>
            <a:t>Case</a:t>
          </a:r>
        </a:p>
      </dgm:t>
    </dgm:pt>
    <dgm:pt modelId="{EAA83261-C23F-49C7-A24C-ED707855A88D}" type="parTrans" cxnId="{C9833BFF-47D7-468C-9BF9-B47D71CCE4CB}">
      <dgm:prSet/>
      <dgm:spPr/>
      <dgm:t>
        <a:bodyPr/>
        <a:lstStyle/>
        <a:p>
          <a:endParaRPr lang="en-US"/>
        </a:p>
      </dgm:t>
    </dgm:pt>
    <dgm:pt modelId="{4ABC9113-5322-4BFD-8998-67CCD799BC2C}" type="sibTrans" cxnId="{C9833BFF-47D7-468C-9BF9-B47D71CCE4CB}">
      <dgm:prSet/>
      <dgm:spPr/>
      <dgm:t>
        <a:bodyPr/>
        <a:lstStyle/>
        <a:p>
          <a:endParaRPr lang="en-US"/>
        </a:p>
      </dgm:t>
    </dgm:pt>
    <dgm:pt modelId="{63606341-7910-41B3-AB02-3D5463E7DC72}">
      <dgm:prSet/>
      <dgm:spPr/>
      <dgm:t>
        <a:bodyPr/>
        <a:lstStyle/>
        <a:p>
          <a:r>
            <a:rPr lang="en-US"/>
            <a:t>Case I</a:t>
          </a:r>
        </a:p>
      </dgm:t>
    </dgm:pt>
    <dgm:pt modelId="{79CB69E8-FC89-4BB9-9711-083B1CECA009}" type="parTrans" cxnId="{DEED6088-84EA-450E-8903-269BBC514FBF}">
      <dgm:prSet/>
      <dgm:spPr/>
      <dgm:t>
        <a:bodyPr/>
        <a:lstStyle/>
        <a:p>
          <a:endParaRPr lang="en-US"/>
        </a:p>
      </dgm:t>
    </dgm:pt>
    <dgm:pt modelId="{380C89D3-DC50-4F36-997D-3AE3D87F52DC}" type="sibTrans" cxnId="{DEED6088-84EA-450E-8903-269BBC514FBF}">
      <dgm:prSet/>
      <dgm:spPr/>
      <dgm:t>
        <a:bodyPr/>
        <a:lstStyle/>
        <a:p>
          <a:endParaRPr lang="en-US"/>
        </a:p>
      </dgm:t>
    </dgm:pt>
    <dgm:pt modelId="{5BC7A82E-01AA-4F69-9CDF-18F7BBFA4671}">
      <dgm:prSet/>
      <dgm:spPr/>
      <dgm:t>
        <a:bodyPr/>
        <a:lstStyle/>
        <a:p>
          <a:r>
            <a:rPr lang="en-US"/>
            <a:t>If the leaf is not full, insert the key into the leaf node in increasing order.</a:t>
          </a:r>
        </a:p>
      </dgm:t>
    </dgm:pt>
    <dgm:pt modelId="{6618C89C-8CEB-4420-AB8C-E0C017B6CEE4}" type="parTrans" cxnId="{203D5772-5DD1-42D9-9F56-8FC24AAA2D1C}">
      <dgm:prSet/>
      <dgm:spPr/>
      <dgm:t>
        <a:bodyPr/>
        <a:lstStyle/>
        <a:p>
          <a:endParaRPr lang="en-US"/>
        </a:p>
      </dgm:t>
    </dgm:pt>
    <dgm:pt modelId="{D1F3BE90-FF3B-454A-A720-9607BF6E5C59}" type="sibTrans" cxnId="{203D5772-5DD1-42D9-9F56-8FC24AAA2D1C}">
      <dgm:prSet/>
      <dgm:spPr/>
      <dgm:t>
        <a:bodyPr/>
        <a:lstStyle/>
        <a:p>
          <a:endParaRPr lang="en-US"/>
        </a:p>
      </dgm:t>
    </dgm:pt>
    <dgm:pt modelId="{789898CD-2B9A-475B-B828-35DFB9F292AA}">
      <dgm:prSet/>
      <dgm:spPr/>
      <dgm:t>
        <a:bodyPr/>
        <a:lstStyle/>
        <a:p>
          <a:r>
            <a:rPr lang="en-US"/>
            <a:t>Case</a:t>
          </a:r>
        </a:p>
      </dgm:t>
    </dgm:pt>
    <dgm:pt modelId="{12989036-6336-40B3-B4F4-1351F0016278}" type="parTrans" cxnId="{4834D062-0A90-450B-A1C1-BB9952F51A8E}">
      <dgm:prSet/>
      <dgm:spPr/>
      <dgm:t>
        <a:bodyPr/>
        <a:lstStyle/>
        <a:p>
          <a:endParaRPr lang="en-US"/>
        </a:p>
      </dgm:t>
    </dgm:pt>
    <dgm:pt modelId="{94F29CDD-8E4B-409A-9DE5-CF4F58C77333}" type="sibTrans" cxnId="{4834D062-0A90-450B-A1C1-BB9952F51A8E}">
      <dgm:prSet/>
      <dgm:spPr/>
      <dgm:t>
        <a:bodyPr/>
        <a:lstStyle/>
        <a:p>
          <a:endParaRPr lang="en-US"/>
        </a:p>
      </dgm:t>
    </dgm:pt>
    <dgm:pt modelId="{F7F423B4-EADB-4233-8DAC-753F6A485BEE}">
      <dgm:prSet/>
      <dgm:spPr/>
      <dgm:t>
        <a:bodyPr/>
        <a:lstStyle/>
        <a:p>
          <a:r>
            <a:rPr lang="en-US"/>
            <a:t>Case II</a:t>
          </a:r>
        </a:p>
      </dgm:t>
    </dgm:pt>
    <dgm:pt modelId="{49C83AB8-9A28-46AC-8877-4BEED591168C}" type="parTrans" cxnId="{723B59B4-4C40-4131-8AAE-0601F6C413E8}">
      <dgm:prSet/>
      <dgm:spPr/>
      <dgm:t>
        <a:bodyPr/>
        <a:lstStyle/>
        <a:p>
          <a:endParaRPr lang="en-US"/>
        </a:p>
      </dgm:t>
    </dgm:pt>
    <dgm:pt modelId="{C90C9537-5CCE-4264-BBF8-9E2EF9774E1A}" type="sibTrans" cxnId="{723B59B4-4C40-4131-8AAE-0601F6C413E8}">
      <dgm:prSet/>
      <dgm:spPr/>
      <dgm:t>
        <a:bodyPr/>
        <a:lstStyle/>
        <a:p>
          <a:endParaRPr lang="en-US"/>
        </a:p>
      </dgm:t>
    </dgm:pt>
    <dgm:pt modelId="{FAD84A99-FDCB-4D1B-A064-02819B06FA67}">
      <dgm:prSet/>
      <dgm:spPr/>
      <dgm:t>
        <a:bodyPr/>
        <a:lstStyle/>
        <a:p>
          <a:r>
            <a:rPr lang="en-US"/>
            <a:t>If the leaf is full, insert the key into the leaf node in increasing order and balance the tree in the following way.</a:t>
          </a:r>
        </a:p>
      </dgm:t>
    </dgm:pt>
    <dgm:pt modelId="{8EE65D64-A531-4C44-9371-E4ABAF43ED19}" type="parTrans" cxnId="{DD9E04EE-A1A4-47E8-B1E9-9C8277F87FA1}">
      <dgm:prSet/>
      <dgm:spPr/>
      <dgm:t>
        <a:bodyPr/>
        <a:lstStyle/>
        <a:p>
          <a:endParaRPr lang="en-US"/>
        </a:p>
      </dgm:t>
    </dgm:pt>
    <dgm:pt modelId="{8657692A-6B08-411C-90F3-AB22A999B7F6}" type="sibTrans" cxnId="{DD9E04EE-A1A4-47E8-B1E9-9C8277F87FA1}">
      <dgm:prSet/>
      <dgm:spPr/>
      <dgm:t>
        <a:bodyPr/>
        <a:lstStyle/>
        <a:p>
          <a:endParaRPr lang="en-US"/>
        </a:p>
      </dgm:t>
    </dgm:pt>
    <dgm:pt modelId="{5F6E4B73-2C0E-49F4-9B74-74042B6A45E1}" type="pres">
      <dgm:prSet presAssocID="{67B26D68-7CC2-425D-8B53-35D71206067F}" presName="Name0" presStyleCnt="0">
        <dgm:presLayoutVars>
          <dgm:dir/>
          <dgm:animLvl val="lvl"/>
          <dgm:resizeHandles val="exact"/>
        </dgm:presLayoutVars>
      </dgm:prSet>
      <dgm:spPr/>
    </dgm:pt>
    <dgm:pt modelId="{BB5E01B2-42E0-4669-BCCA-790E0872FFE2}" type="pres">
      <dgm:prSet presAssocID="{D4F4430F-17EE-450D-825D-ABCB2F2B3B6D}" presName="linNode" presStyleCnt="0"/>
      <dgm:spPr/>
    </dgm:pt>
    <dgm:pt modelId="{3C0CF9A1-59C0-40AA-BBC3-E907B12C2D4D}" type="pres">
      <dgm:prSet presAssocID="{D4F4430F-17EE-450D-825D-ABCB2F2B3B6D}" presName="parentText" presStyleLbl="solidFgAcc1" presStyleIdx="0" presStyleCnt="2">
        <dgm:presLayoutVars>
          <dgm:chMax val="1"/>
          <dgm:bulletEnabled/>
        </dgm:presLayoutVars>
      </dgm:prSet>
      <dgm:spPr/>
    </dgm:pt>
    <dgm:pt modelId="{F4A5FAAE-3091-48A3-B507-E7EA78A2EA7F}" type="pres">
      <dgm:prSet presAssocID="{D4F4430F-17EE-450D-825D-ABCB2F2B3B6D}" presName="descendantText" presStyleLbl="alignNode1" presStyleIdx="0" presStyleCnt="2">
        <dgm:presLayoutVars>
          <dgm:bulletEnabled/>
        </dgm:presLayoutVars>
      </dgm:prSet>
      <dgm:spPr/>
    </dgm:pt>
    <dgm:pt modelId="{73DBFC53-11BF-469C-AAA3-A4553DE51628}" type="pres">
      <dgm:prSet presAssocID="{4ABC9113-5322-4BFD-8998-67CCD799BC2C}" presName="sp" presStyleCnt="0"/>
      <dgm:spPr/>
    </dgm:pt>
    <dgm:pt modelId="{C1D9C179-B824-4E0F-88D5-44AD461AB163}" type="pres">
      <dgm:prSet presAssocID="{789898CD-2B9A-475B-B828-35DFB9F292AA}" presName="linNode" presStyleCnt="0"/>
      <dgm:spPr/>
    </dgm:pt>
    <dgm:pt modelId="{14717574-9251-4AB6-B027-3A029730F946}" type="pres">
      <dgm:prSet presAssocID="{789898CD-2B9A-475B-B828-35DFB9F292AA}" presName="parentText" presStyleLbl="solidFgAcc1" presStyleIdx="1" presStyleCnt="2">
        <dgm:presLayoutVars>
          <dgm:chMax val="1"/>
          <dgm:bulletEnabled/>
        </dgm:presLayoutVars>
      </dgm:prSet>
      <dgm:spPr/>
    </dgm:pt>
    <dgm:pt modelId="{F8373629-C170-4F68-A97A-D5691D1349F1}" type="pres">
      <dgm:prSet presAssocID="{789898CD-2B9A-475B-B828-35DFB9F292AA}" presName="descendantText" presStyleLbl="alignNode1" presStyleIdx="1" presStyleCnt="2">
        <dgm:presLayoutVars>
          <dgm:bulletEnabled/>
        </dgm:presLayoutVars>
      </dgm:prSet>
      <dgm:spPr/>
    </dgm:pt>
  </dgm:ptLst>
  <dgm:cxnLst>
    <dgm:cxn modelId="{F14EB839-4D56-4C80-A508-0282C364D8E1}" type="presOf" srcId="{5BC7A82E-01AA-4F69-9CDF-18F7BBFA4671}" destId="{F4A5FAAE-3091-48A3-B507-E7EA78A2EA7F}" srcOrd="0" destOrd="1" presId="urn:microsoft.com/office/officeart/2016/7/layout/VerticalHollowActionList"/>
    <dgm:cxn modelId="{4834D062-0A90-450B-A1C1-BB9952F51A8E}" srcId="{67B26D68-7CC2-425D-8B53-35D71206067F}" destId="{789898CD-2B9A-475B-B828-35DFB9F292AA}" srcOrd="1" destOrd="0" parTransId="{12989036-6336-40B3-B4F4-1351F0016278}" sibTransId="{94F29CDD-8E4B-409A-9DE5-CF4F58C77333}"/>
    <dgm:cxn modelId="{7B5A3265-5EF4-4AD8-8BDD-D4780D406696}" type="presOf" srcId="{63606341-7910-41B3-AB02-3D5463E7DC72}" destId="{F4A5FAAE-3091-48A3-B507-E7EA78A2EA7F}" srcOrd="0" destOrd="0" presId="urn:microsoft.com/office/officeart/2016/7/layout/VerticalHollowActionList"/>
    <dgm:cxn modelId="{203D5772-5DD1-42D9-9F56-8FC24AAA2D1C}" srcId="{63606341-7910-41B3-AB02-3D5463E7DC72}" destId="{5BC7A82E-01AA-4F69-9CDF-18F7BBFA4671}" srcOrd="0" destOrd="0" parTransId="{6618C89C-8CEB-4420-AB8C-E0C017B6CEE4}" sibTransId="{D1F3BE90-FF3B-454A-A720-9607BF6E5C59}"/>
    <dgm:cxn modelId="{7D8AB478-412E-4EAC-9051-265FA7688067}" type="presOf" srcId="{789898CD-2B9A-475B-B828-35DFB9F292AA}" destId="{14717574-9251-4AB6-B027-3A029730F946}" srcOrd="0" destOrd="0" presId="urn:microsoft.com/office/officeart/2016/7/layout/VerticalHollowActionList"/>
    <dgm:cxn modelId="{DEED6088-84EA-450E-8903-269BBC514FBF}" srcId="{D4F4430F-17EE-450D-825D-ABCB2F2B3B6D}" destId="{63606341-7910-41B3-AB02-3D5463E7DC72}" srcOrd="0" destOrd="0" parTransId="{79CB69E8-FC89-4BB9-9711-083B1CECA009}" sibTransId="{380C89D3-DC50-4F36-997D-3AE3D87F52DC}"/>
    <dgm:cxn modelId="{5E96648E-253F-43B1-8D4E-51CE5A22B299}" type="presOf" srcId="{D4F4430F-17EE-450D-825D-ABCB2F2B3B6D}" destId="{3C0CF9A1-59C0-40AA-BBC3-E907B12C2D4D}" srcOrd="0" destOrd="0" presId="urn:microsoft.com/office/officeart/2016/7/layout/VerticalHollowActionList"/>
    <dgm:cxn modelId="{8E1DA8AD-32D2-4D95-9484-6F457AFACD99}" type="presOf" srcId="{F7F423B4-EADB-4233-8DAC-753F6A485BEE}" destId="{F8373629-C170-4F68-A97A-D5691D1349F1}" srcOrd="0" destOrd="0" presId="urn:microsoft.com/office/officeart/2016/7/layout/VerticalHollowActionList"/>
    <dgm:cxn modelId="{723B59B4-4C40-4131-8AAE-0601F6C413E8}" srcId="{789898CD-2B9A-475B-B828-35DFB9F292AA}" destId="{F7F423B4-EADB-4233-8DAC-753F6A485BEE}" srcOrd="0" destOrd="0" parTransId="{49C83AB8-9A28-46AC-8877-4BEED591168C}" sibTransId="{C90C9537-5CCE-4264-BBF8-9E2EF9774E1A}"/>
    <dgm:cxn modelId="{27366EBE-C663-4B6F-A60C-86AD47C9D649}" type="presOf" srcId="{67B26D68-7CC2-425D-8B53-35D71206067F}" destId="{5F6E4B73-2C0E-49F4-9B74-74042B6A45E1}" srcOrd="0" destOrd="0" presId="urn:microsoft.com/office/officeart/2016/7/layout/VerticalHollowActionList"/>
    <dgm:cxn modelId="{DD9E04EE-A1A4-47E8-B1E9-9C8277F87FA1}" srcId="{F7F423B4-EADB-4233-8DAC-753F6A485BEE}" destId="{FAD84A99-FDCB-4D1B-A064-02819B06FA67}" srcOrd="0" destOrd="0" parTransId="{8EE65D64-A531-4C44-9371-E4ABAF43ED19}" sibTransId="{8657692A-6B08-411C-90F3-AB22A999B7F6}"/>
    <dgm:cxn modelId="{121E7FF9-3B0F-41C9-83D9-C211D6D37DBD}" type="presOf" srcId="{FAD84A99-FDCB-4D1B-A064-02819B06FA67}" destId="{F8373629-C170-4F68-A97A-D5691D1349F1}" srcOrd="0" destOrd="1" presId="urn:microsoft.com/office/officeart/2016/7/layout/VerticalHollowActionList"/>
    <dgm:cxn modelId="{C9833BFF-47D7-468C-9BF9-B47D71CCE4CB}" srcId="{67B26D68-7CC2-425D-8B53-35D71206067F}" destId="{D4F4430F-17EE-450D-825D-ABCB2F2B3B6D}" srcOrd="0" destOrd="0" parTransId="{EAA83261-C23F-49C7-A24C-ED707855A88D}" sibTransId="{4ABC9113-5322-4BFD-8998-67CCD799BC2C}"/>
    <dgm:cxn modelId="{E824A8A2-2448-4749-8DE8-03421A8A0209}" type="presParOf" srcId="{5F6E4B73-2C0E-49F4-9B74-74042B6A45E1}" destId="{BB5E01B2-42E0-4669-BCCA-790E0872FFE2}" srcOrd="0" destOrd="0" presId="urn:microsoft.com/office/officeart/2016/7/layout/VerticalHollowActionList"/>
    <dgm:cxn modelId="{C94A7BCA-0217-48AF-A5DF-84B458626490}" type="presParOf" srcId="{BB5E01B2-42E0-4669-BCCA-790E0872FFE2}" destId="{3C0CF9A1-59C0-40AA-BBC3-E907B12C2D4D}" srcOrd="0" destOrd="0" presId="urn:microsoft.com/office/officeart/2016/7/layout/VerticalHollowActionList"/>
    <dgm:cxn modelId="{87155FB9-43F0-4746-BB91-B3F20ABAD077}" type="presParOf" srcId="{BB5E01B2-42E0-4669-BCCA-790E0872FFE2}" destId="{F4A5FAAE-3091-48A3-B507-E7EA78A2EA7F}" srcOrd="1" destOrd="0" presId="urn:microsoft.com/office/officeart/2016/7/layout/VerticalHollowActionList"/>
    <dgm:cxn modelId="{E0086CB2-45DA-497E-AA13-A2B28184932F}" type="presParOf" srcId="{5F6E4B73-2C0E-49F4-9B74-74042B6A45E1}" destId="{73DBFC53-11BF-469C-AAA3-A4553DE51628}" srcOrd="1" destOrd="0" presId="urn:microsoft.com/office/officeart/2016/7/layout/VerticalHollowActionList"/>
    <dgm:cxn modelId="{560E0C29-B8AA-4BDE-B07D-6C09D0A83D37}" type="presParOf" srcId="{5F6E4B73-2C0E-49F4-9B74-74042B6A45E1}" destId="{C1D9C179-B824-4E0F-88D5-44AD461AB163}" srcOrd="2" destOrd="0" presId="urn:microsoft.com/office/officeart/2016/7/layout/VerticalHollowActionList"/>
    <dgm:cxn modelId="{F375D62C-39FC-4530-854D-9B689AC9DCF0}" type="presParOf" srcId="{C1D9C179-B824-4E0F-88D5-44AD461AB163}" destId="{14717574-9251-4AB6-B027-3A029730F946}" srcOrd="0" destOrd="0" presId="urn:microsoft.com/office/officeart/2016/7/layout/VerticalHollowActionList"/>
    <dgm:cxn modelId="{EE76A9C1-96BE-429B-9FF6-82655C31E01E}" type="presParOf" srcId="{C1D9C179-B824-4E0F-88D5-44AD461AB163}" destId="{F8373629-C170-4F68-A97A-D5691D1349F1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C0DCACF-5063-4342-9D62-45240C453F11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66969D41-82A9-4B9A-8C5A-3D45973624FE}">
      <dgm:prSet/>
      <dgm:spPr/>
      <dgm:t>
        <a:bodyPr/>
        <a:lstStyle/>
        <a:p>
          <a:r>
            <a:rPr lang="en-US"/>
            <a:t>Project and Presentation by </a:t>
          </a:r>
        </a:p>
      </dgm:t>
    </dgm:pt>
    <dgm:pt modelId="{236A6C4B-CE6E-4E08-BB3E-95BD5E184AB6}" type="parTrans" cxnId="{3B5E6F2C-425E-45F7-9816-456FF3374556}">
      <dgm:prSet/>
      <dgm:spPr/>
      <dgm:t>
        <a:bodyPr/>
        <a:lstStyle/>
        <a:p>
          <a:endParaRPr lang="en-US"/>
        </a:p>
      </dgm:t>
    </dgm:pt>
    <dgm:pt modelId="{0D759B90-31EB-4A0A-B9AA-7A10BADBFBF0}" type="sibTrans" cxnId="{3B5E6F2C-425E-45F7-9816-456FF3374556}">
      <dgm:prSet/>
      <dgm:spPr/>
      <dgm:t>
        <a:bodyPr/>
        <a:lstStyle/>
        <a:p>
          <a:endParaRPr lang="en-US"/>
        </a:p>
      </dgm:t>
    </dgm:pt>
    <dgm:pt modelId="{8EA0319E-34CB-4F4E-B5B2-CBAAAEE79814}">
      <dgm:prSet/>
      <dgm:spPr/>
      <dgm:t>
        <a:bodyPr/>
        <a:lstStyle/>
        <a:p>
          <a:r>
            <a:rPr lang="en-US"/>
            <a:t>1) Sanchit Rajmane </a:t>
          </a:r>
        </a:p>
      </dgm:t>
    </dgm:pt>
    <dgm:pt modelId="{F092F444-5A69-4B31-9909-FFA5EAA2127D}" type="parTrans" cxnId="{6063943D-D0B2-4DD1-AE16-9F2BB588B4F8}">
      <dgm:prSet/>
      <dgm:spPr/>
      <dgm:t>
        <a:bodyPr/>
        <a:lstStyle/>
        <a:p>
          <a:endParaRPr lang="en-US"/>
        </a:p>
      </dgm:t>
    </dgm:pt>
    <dgm:pt modelId="{0836FB2D-B006-4B56-8DC8-72E4290C9E18}" type="sibTrans" cxnId="{6063943D-D0B2-4DD1-AE16-9F2BB588B4F8}">
      <dgm:prSet/>
      <dgm:spPr/>
      <dgm:t>
        <a:bodyPr/>
        <a:lstStyle/>
        <a:p>
          <a:endParaRPr lang="en-US"/>
        </a:p>
      </dgm:t>
    </dgm:pt>
    <dgm:pt modelId="{69F9661C-1228-4EA7-BF7F-15E759B077FA}">
      <dgm:prSet/>
      <dgm:spPr/>
      <dgm:t>
        <a:bodyPr/>
        <a:lstStyle/>
        <a:p>
          <a:r>
            <a:rPr lang="en-US"/>
            <a:t>2) Aditya Raskar</a:t>
          </a:r>
        </a:p>
      </dgm:t>
    </dgm:pt>
    <dgm:pt modelId="{7A23794A-9F80-414F-9FE8-C8A3A94E943A}" type="parTrans" cxnId="{2DD6772B-AAF3-4BCE-A164-6F298AFFDAC9}">
      <dgm:prSet/>
      <dgm:spPr/>
      <dgm:t>
        <a:bodyPr/>
        <a:lstStyle/>
        <a:p>
          <a:endParaRPr lang="en-US"/>
        </a:p>
      </dgm:t>
    </dgm:pt>
    <dgm:pt modelId="{A01C5661-E082-4A6E-955B-5F88ACE5980A}" type="sibTrans" cxnId="{2DD6772B-AAF3-4BCE-A164-6F298AFFDAC9}">
      <dgm:prSet/>
      <dgm:spPr/>
      <dgm:t>
        <a:bodyPr/>
        <a:lstStyle/>
        <a:p>
          <a:endParaRPr lang="en-US"/>
        </a:p>
      </dgm:t>
    </dgm:pt>
    <dgm:pt modelId="{0529F81A-9CE9-4789-AD9C-AC678C15D7D0}">
      <dgm:prSet/>
      <dgm:spPr/>
      <dgm:t>
        <a:bodyPr/>
        <a:lstStyle/>
        <a:p>
          <a:r>
            <a:rPr lang="en-US"/>
            <a:t>3) Siddhant Pimple</a:t>
          </a:r>
        </a:p>
      </dgm:t>
    </dgm:pt>
    <dgm:pt modelId="{098DA463-A96E-4CBB-A3CE-24A01E775995}" type="parTrans" cxnId="{B13A113F-7F4B-4FC0-A0F1-4A86FEAD9ABE}">
      <dgm:prSet/>
      <dgm:spPr/>
      <dgm:t>
        <a:bodyPr/>
        <a:lstStyle/>
        <a:p>
          <a:endParaRPr lang="en-US"/>
        </a:p>
      </dgm:t>
    </dgm:pt>
    <dgm:pt modelId="{81555731-4D18-4D5A-8076-02638C67026C}" type="sibTrans" cxnId="{B13A113F-7F4B-4FC0-A0F1-4A86FEAD9ABE}">
      <dgm:prSet/>
      <dgm:spPr/>
      <dgm:t>
        <a:bodyPr/>
        <a:lstStyle/>
        <a:p>
          <a:endParaRPr lang="en-US"/>
        </a:p>
      </dgm:t>
    </dgm:pt>
    <dgm:pt modelId="{D2E5F7C6-05BD-4DA2-B3AA-C06E102329C2}" type="pres">
      <dgm:prSet presAssocID="{DC0DCACF-5063-4342-9D62-45240C453F11}" presName="linear" presStyleCnt="0">
        <dgm:presLayoutVars>
          <dgm:dir/>
          <dgm:animLvl val="lvl"/>
          <dgm:resizeHandles val="exact"/>
        </dgm:presLayoutVars>
      </dgm:prSet>
      <dgm:spPr/>
    </dgm:pt>
    <dgm:pt modelId="{2CB584AC-0BAE-4C4B-932D-32D43DEDC639}" type="pres">
      <dgm:prSet presAssocID="{66969D41-82A9-4B9A-8C5A-3D45973624FE}" presName="parentLin" presStyleCnt="0"/>
      <dgm:spPr/>
    </dgm:pt>
    <dgm:pt modelId="{F0002B6F-4F12-4E33-A3D2-6225784ABF32}" type="pres">
      <dgm:prSet presAssocID="{66969D41-82A9-4B9A-8C5A-3D45973624FE}" presName="parentLeftMargin" presStyleLbl="node1" presStyleIdx="0" presStyleCnt="4"/>
      <dgm:spPr/>
    </dgm:pt>
    <dgm:pt modelId="{D738A902-421E-47CD-9381-2AB422F42A79}" type="pres">
      <dgm:prSet presAssocID="{66969D41-82A9-4B9A-8C5A-3D45973624F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A79EA25-7D85-4989-8C96-B22729C55276}" type="pres">
      <dgm:prSet presAssocID="{66969D41-82A9-4B9A-8C5A-3D45973624FE}" presName="negativeSpace" presStyleCnt="0"/>
      <dgm:spPr/>
    </dgm:pt>
    <dgm:pt modelId="{7D0B074E-FF3C-40C9-9A2C-D52C88A9472B}" type="pres">
      <dgm:prSet presAssocID="{66969D41-82A9-4B9A-8C5A-3D45973624FE}" presName="childText" presStyleLbl="conFgAcc1" presStyleIdx="0" presStyleCnt="4">
        <dgm:presLayoutVars>
          <dgm:bulletEnabled val="1"/>
        </dgm:presLayoutVars>
      </dgm:prSet>
      <dgm:spPr/>
    </dgm:pt>
    <dgm:pt modelId="{61D08EC2-BDDC-4371-8E3A-59CC446C392E}" type="pres">
      <dgm:prSet presAssocID="{0D759B90-31EB-4A0A-B9AA-7A10BADBFBF0}" presName="spaceBetweenRectangles" presStyleCnt="0"/>
      <dgm:spPr/>
    </dgm:pt>
    <dgm:pt modelId="{6C6FE45E-043A-4D22-A37B-A693CEECE788}" type="pres">
      <dgm:prSet presAssocID="{8EA0319E-34CB-4F4E-B5B2-CBAAAEE79814}" presName="parentLin" presStyleCnt="0"/>
      <dgm:spPr/>
    </dgm:pt>
    <dgm:pt modelId="{1373E6EC-1835-4930-B373-BA205AC83564}" type="pres">
      <dgm:prSet presAssocID="{8EA0319E-34CB-4F4E-B5B2-CBAAAEE79814}" presName="parentLeftMargin" presStyleLbl="node1" presStyleIdx="0" presStyleCnt="4"/>
      <dgm:spPr/>
    </dgm:pt>
    <dgm:pt modelId="{BD019FD4-86A8-47FF-9483-F5BA690AFFB6}" type="pres">
      <dgm:prSet presAssocID="{8EA0319E-34CB-4F4E-B5B2-CBAAAEE7981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6A72175-A1ED-48D1-8C84-4EA260078657}" type="pres">
      <dgm:prSet presAssocID="{8EA0319E-34CB-4F4E-B5B2-CBAAAEE79814}" presName="negativeSpace" presStyleCnt="0"/>
      <dgm:spPr/>
    </dgm:pt>
    <dgm:pt modelId="{4B49CF74-1C0C-4CE0-BC65-6AE1DD29C1BF}" type="pres">
      <dgm:prSet presAssocID="{8EA0319E-34CB-4F4E-B5B2-CBAAAEE79814}" presName="childText" presStyleLbl="conFgAcc1" presStyleIdx="1" presStyleCnt="4">
        <dgm:presLayoutVars>
          <dgm:bulletEnabled val="1"/>
        </dgm:presLayoutVars>
      </dgm:prSet>
      <dgm:spPr/>
    </dgm:pt>
    <dgm:pt modelId="{FA08CCE9-BF2B-4497-B078-A17EFB696F5C}" type="pres">
      <dgm:prSet presAssocID="{0836FB2D-B006-4B56-8DC8-72E4290C9E18}" presName="spaceBetweenRectangles" presStyleCnt="0"/>
      <dgm:spPr/>
    </dgm:pt>
    <dgm:pt modelId="{A7112A23-AC83-4EB1-B50F-CA9D794A519F}" type="pres">
      <dgm:prSet presAssocID="{69F9661C-1228-4EA7-BF7F-15E759B077FA}" presName="parentLin" presStyleCnt="0"/>
      <dgm:spPr/>
    </dgm:pt>
    <dgm:pt modelId="{A01CFB6D-7D83-4DB1-A2DC-373272F89300}" type="pres">
      <dgm:prSet presAssocID="{69F9661C-1228-4EA7-BF7F-15E759B077FA}" presName="parentLeftMargin" presStyleLbl="node1" presStyleIdx="1" presStyleCnt="4"/>
      <dgm:spPr/>
    </dgm:pt>
    <dgm:pt modelId="{1B4C91C0-CFDD-46F0-B4DB-76E43A348817}" type="pres">
      <dgm:prSet presAssocID="{69F9661C-1228-4EA7-BF7F-15E759B077F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5F5DC11-195B-41C0-810F-421042A12946}" type="pres">
      <dgm:prSet presAssocID="{69F9661C-1228-4EA7-BF7F-15E759B077FA}" presName="negativeSpace" presStyleCnt="0"/>
      <dgm:spPr/>
    </dgm:pt>
    <dgm:pt modelId="{7F2D14AA-30DD-47B4-92B2-7A10A498D8F8}" type="pres">
      <dgm:prSet presAssocID="{69F9661C-1228-4EA7-BF7F-15E759B077FA}" presName="childText" presStyleLbl="conFgAcc1" presStyleIdx="2" presStyleCnt="4">
        <dgm:presLayoutVars>
          <dgm:bulletEnabled val="1"/>
        </dgm:presLayoutVars>
      </dgm:prSet>
      <dgm:spPr/>
    </dgm:pt>
    <dgm:pt modelId="{4BC79CE7-517F-4B70-8A9E-0510386812C6}" type="pres">
      <dgm:prSet presAssocID="{A01C5661-E082-4A6E-955B-5F88ACE5980A}" presName="spaceBetweenRectangles" presStyleCnt="0"/>
      <dgm:spPr/>
    </dgm:pt>
    <dgm:pt modelId="{6B92EA27-0666-4193-99DE-1FF4F6371D80}" type="pres">
      <dgm:prSet presAssocID="{0529F81A-9CE9-4789-AD9C-AC678C15D7D0}" presName="parentLin" presStyleCnt="0"/>
      <dgm:spPr/>
    </dgm:pt>
    <dgm:pt modelId="{4873EA30-75B8-4519-B78F-92F1FE4CBA9F}" type="pres">
      <dgm:prSet presAssocID="{0529F81A-9CE9-4789-AD9C-AC678C15D7D0}" presName="parentLeftMargin" presStyleLbl="node1" presStyleIdx="2" presStyleCnt="4"/>
      <dgm:spPr/>
    </dgm:pt>
    <dgm:pt modelId="{90AF5525-B4D9-4A1D-B02B-C93B0005CDCD}" type="pres">
      <dgm:prSet presAssocID="{0529F81A-9CE9-4789-AD9C-AC678C15D7D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5CC2774-2BDD-4E52-8ACD-14C51F52CAC7}" type="pres">
      <dgm:prSet presAssocID="{0529F81A-9CE9-4789-AD9C-AC678C15D7D0}" presName="negativeSpace" presStyleCnt="0"/>
      <dgm:spPr/>
    </dgm:pt>
    <dgm:pt modelId="{B8BE9F93-7699-4BD4-9852-8A467E94B339}" type="pres">
      <dgm:prSet presAssocID="{0529F81A-9CE9-4789-AD9C-AC678C15D7D0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45D5A02-3BDF-4090-829C-CB3B486B271E}" type="presOf" srcId="{69F9661C-1228-4EA7-BF7F-15E759B077FA}" destId="{1B4C91C0-CFDD-46F0-B4DB-76E43A348817}" srcOrd="1" destOrd="0" presId="urn:microsoft.com/office/officeart/2005/8/layout/list1"/>
    <dgm:cxn modelId="{2DD6772B-AAF3-4BCE-A164-6F298AFFDAC9}" srcId="{DC0DCACF-5063-4342-9D62-45240C453F11}" destId="{69F9661C-1228-4EA7-BF7F-15E759B077FA}" srcOrd="2" destOrd="0" parTransId="{7A23794A-9F80-414F-9FE8-C8A3A94E943A}" sibTransId="{A01C5661-E082-4A6E-955B-5F88ACE5980A}"/>
    <dgm:cxn modelId="{3B5E6F2C-425E-45F7-9816-456FF3374556}" srcId="{DC0DCACF-5063-4342-9D62-45240C453F11}" destId="{66969D41-82A9-4B9A-8C5A-3D45973624FE}" srcOrd="0" destOrd="0" parTransId="{236A6C4B-CE6E-4E08-BB3E-95BD5E184AB6}" sibTransId="{0D759B90-31EB-4A0A-B9AA-7A10BADBFBF0}"/>
    <dgm:cxn modelId="{E3B83233-28F0-456E-B44E-F7C54F3CE5F1}" type="presOf" srcId="{0529F81A-9CE9-4789-AD9C-AC678C15D7D0}" destId="{4873EA30-75B8-4519-B78F-92F1FE4CBA9F}" srcOrd="0" destOrd="0" presId="urn:microsoft.com/office/officeart/2005/8/layout/list1"/>
    <dgm:cxn modelId="{6063943D-D0B2-4DD1-AE16-9F2BB588B4F8}" srcId="{DC0DCACF-5063-4342-9D62-45240C453F11}" destId="{8EA0319E-34CB-4F4E-B5B2-CBAAAEE79814}" srcOrd="1" destOrd="0" parTransId="{F092F444-5A69-4B31-9909-FFA5EAA2127D}" sibTransId="{0836FB2D-B006-4B56-8DC8-72E4290C9E18}"/>
    <dgm:cxn modelId="{B13A113F-7F4B-4FC0-A0F1-4A86FEAD9ABE}" srcId="{DC0DCACF-5063-4342-9D62-45240C453F11}" destId="{0529F81A-9CE9-4789-AD9C-AC678C15D7D0}" srcOrd="3" destOrd="0" parTransId="{098DA463-A96E-4CBB-A3CE-24A01E775995}" sibTransId="{81555731-4D18-4D5A-8076-02638C67026C}"/>
    <dgm:cxn modelId="{BF536C5B-0333-4972-B1DA-A449CC25E9FF}" type="presOf" srcId="{69F9661C-1228-4EA7-BF7F-15E759B077FA}" destId="{A01CFB6D-7D83-4DB1-A2DC-373272F89300}" srcOrd="0" destOrd="0" presId="urn:microsoft.com/office/officeart/2005/8/layout/list1"/>
    <dgm:cxn modelId="{7ACF6347-A5E5-4294-9D04-2F8F748C8877}" type="presOf" srcId="{66969D41-82A9-4B9A-8C5A-3D45973624FE}" destId="{F0002B6F-4F12-4E33-A3D2-6225784ABF32}" srcOrd="0" destOrd="0" presId="urn:microsoft.com/office/officeart/2005/8/layout/list1"/>
    <dgm:cxn modelId="{3A93758A-C0CF-4A53-8FBB-0BDDE1970A82}" type="presOf" srcId="{DC0DCACF-5063-4342-9D62-45240C453F11}" destId="{D2E5F7C6-05BD-4DA2-B3AA-C06E102329C2}" srcOrd="0" destOrd="0" presId="urn:microsoft.com/office/officeart/2005/8/layout/list1"/>
    <dgm:cxn modelId="{C572FFB0-38C1-4895-8FC4-1FDA0574646D}" type="presOf" srcId="{8EA0319E-34CB-4F4E-B5B2-CBAAAEE79814}" destId="{1373E6EC-1835-4930-B373-BA205AC83564}" srcOrd="0" destOrd="0" presId="urn:microsoft.com/office/officeart/2005/8/layout/list1"/>
    <dgm:cxn modelId="{36707BC5-673C-4ACB-B831-EF4243326BA9}" type="presOf" srcId="{66969D41-82A9-4B9A-8C5A-3D45973624FE}" destId="{D738A902-421E-47CD-9381-2AB422F42A79}" srcOrd="1" destOrd="0" presId="urn:microsoft.com/office/officeart/2005/8/layout/list1"/>
    <dgm:cxn modelId="{4B89E0DC-0789-458A-860F-58185A60C276}" type="presOf" srcId="{8EA0319E-34CB-4F4E-B5B2-CBAAAEE79814}" destId="{BD019FD4-86A8-47FF-9483-F5BA690AFFB6}" srcOrd="1" destOrd="0" presId="urn:microsoft.com/office/officeart/2005/8/layout/list1"/>
    <dgm:cxn modelId="{998F0FE5-FB8C-499F-AB0B-A6CD8126A84A}" type="presOf" srcId="{0529F81A-9CE9-4789-AD9C-AC678C15D7D0}" destId="{90AF5525-B4D9-4A1D-B02B-C93B0005CDCD}" srcOrd="1" destOrd="0" presId="urn:microsoft.com/office/officeart/2005/8/layout/list1"/>
    <dgm:cxn modelId="{B567E185-3130-46AA-A62A-7421C6FFC872}" type="presParOf" srcId="{D2E5F7C6-05BD-4DA2-B3AA-C06E102329C2}" destId="{2CB584AC-0BAE-4C4B-932D-32D43DEDC639}" srcOrd="0" destOrd="0" presId="urn:microsoft.com/office/officeart/2005/8/layout/list1"/>
    <dgm:cxn modelId="{79FC5DF0-81AA-4BF8-9FEE-EC598DFC3F39}" type="presParOf" srcId="{2CB584AC-0BAE-4C4B-932D-32D43DEDC639}" destId="{F0002B6F-4F12-4E33-A3D2-6225784ABF32}" srcOrd="0" destOrd="0" presId="urn:microsoft.com/office/officeart/2005/8/layout/list1"/>
    <dgm:cxn modelId="{B5DED563-8086-4834-A230-0DC9C46F07A8}" type="presParOf" srcId="{2CB584AC-0BAE-4C4B-932D-32D43DEDC639}" destId="{D738A902-421E-47CD-9381-2AB422F42A79}" srcOrd="1" destOrd="0" presId="urn:microsoft.com/office/officeart/2005/8/layout/list1"/>
    <dgm:cxn modelId="{D11F6DB3-A7BF-40B3-A522-F0E7D718ACD5}" type="presParOf" srcId="{D2E5F7C6-05BD-4DA2-B3AA-C06E102329C2}" destId="{8A79EA25-7D85-4989-8C96-B22729C55276}" srcOrd="1" destOrd="0" presId="urn:microsoft.com/office/officeart/2005/8/layout/list1"/>
    <dgm:cxn modelId="{93F33BA2-7550-46A2-AD15-22A4CA2D02DC}" type="presParOf" srcId="{D2E5F7C6-05BD-4DA2-B3AA-C06E102329C2}" destId="{7D0B074E-FF3C-40C9-9A2C-D52C88A9472B}" srcOrd="2" destOrd="0" presId="urn:microsoft.com/office/officeart/2005/8/layout/list1"/>
    <dgm:cxn modelId="{B30B4891-9262-4E33-B9C3-91C8707F5EE8}" type="presParOf" srcId="{D2E5F7C6-05BD-4DA2-B3AA-C06E102329C2}" destId="{61D08EC2-BDDC-4371-8E3A-59CC446C392E}" srcOrd="3" destOrd="0" presId="urn:microsoft.com/office/officeart/2005/8/layout/list1"/>
    <dgm:cxn modelId="{1783FA66-4A92-4FAF-AA31-E94FCFD84314}" type="presParOf" srcId="{D2E5F7C6-05BD-4DA2-B3AA-C06E102329C2}" destId="{6C6FE45E-043A-4D22-A37B-A693CEECE788}" srcOrd="4" destOrd="0" presId="urn:microsoft.com/office/officeart/2005/8/layout/list1"/>
    <dgm:cxn modelId="{9D72C5E0-FD89-4EF7-90F4-88D1E4AFF0DF}" type="presParOf" srcId="{6C6FE45E-043A-4D22-A37B-A693CEECE788}" destId="{1373E6EC-1835-4930-B373-BA205AC83564}" srcOrd="0" destOrd="0" presId="urn:microsoft.com/office/officeart/2005/8/layout/list1"/>
    <dgm:cxn modelId="{141A7064-0F5C-4433-B077-544964770366}" type="presParOf" srcId="{6C6FE45E-043A-4D22-A37B-A693CEECE788}" destId="{BD019FD4-86A8-47FF-9483-F5BA690AFFB6}" srcOrd="1" destOrd="0" presId="urn:microsoft.com/office/officeart/2005/8/layout/list1"/>
    <dgm:cxn modelId="{FA821503-F8DA-4B1B-90A2-9FE5138BEB24}" type="presParOf" srcId="{D2E5F7C6-05BD-4DA2-B3AA-C06E102329C2}" destId="{A6A72175-A1ED-48D1-8C84-4EA260078657}" srcOrd="5" destOrd="0" presId="urn:microsoft.com/office/officeart/2005/8/layout/list1"/>
    <dgm:cxn modelId="{D4F283C7-D375-4B9B-A0C6-AF2B57A8A0F8}" type="presParOf" srcId="{D2E5F7C6-05BD-4DA2-B3AA-C06E102329C2}" destId="{4B49CF74-1C0C-4CE0-BC65-6AE1DD29C1BF}" srcOrd="6" destOrd="0" presId="urn:microsoft.com/office/officeart/2005/8/layout/list1"/>
    <dgm:cxn modelId="{D10B2EAB-616E-4B08-8585-AD7FA367A875}" type="presParOf" srcId="{D2E5F7C6-05BD-4DA2-B3AA-C06E102329C2}" destId="{FA08CCE9-BF2B-4497-B078-A17EFB696F5C}" srcOrd="7" destOrd="0" presId="urn:microsoft.com/office/officeart/2005/8/layout/list1"/>
    <dgm:cxn modelId="{AE68D403-45A8-4BBC-80CF-35563C9F242A}" type="presParOf" srcId="{D2E5F7C6-05BD-4DA2-B3AA-C06E102329C2}" destId="{A7112A23-AC83-4EB1-B50F-CA9D794A519F}" srcOrd="8" destOrd="0" presId="urn:microsoft.com/office/officeart/2005/8/layout/list1"/>
    <dgm:cxn modelId="{8A0F91FB-10CD-4798-9D19-14A3E56EA1E4}" type="presParOf" srcId="{A7112A23-AC83-4EB1-B50F-CA9D794A519F}" destId="{A01CFB6D-7D83-4DB1-A2DC-373272F89300}" srcOrd="0" destOrd="0" presId="urn:microsoft.com/office/officeart/2005/8/layout/list1"/>
    <dgm:cxn modelId="{CD63D25D-9CFF-4F09-82B1-C6369E8776B6}" type="presParOf" srcId="{A7112A23-AC83-4EB1-B50F-CA9D794A519F}" destId="{1B4C91C0-CFDD-46F0-B4DB-76E43A348817}" srcOrd="1" destOrd="0" presId="urn:microsoft.com/office/officeart/2005/8/layout/list1"/>
    <dgm:cxn modelId="{040392DC-0D96-44DD-B41C-8726CF2FAAD9}" type="presParOf" srcId="{D2E5F7C6-05BD-4DA2-B3AA-C06E102329C2}" destId="{A5F5DC11-195B-41C0-810F-421042A12946}" srcOrd="9" destOrd="0" presId="urn:microsoft.com/office/officeart/2005/8/layout/list1"/>
    <dgm:cxn modelId="{C1F27B85-262A-43A2-A2E5-D5FB0E3A0F88}" type="presParOf" srcId="{D2E5F7C6-05BD-4DA2-B3AA-C06E102329C2}" destId="{7F2D14AA-30DD-47B4-92B2-7A10A498D8F8}" srcOrd="10" destOrd="0" presId="urn:microsoft.com/office/officeart/2005/8/layout/list1"/>
    <dgm:cxn modelId="{37E98390-398F-44B9-841A-2B3057E3A8BA}" type="presParOf" srcId="{D2E5F7C6-05BD-4DA2-B3AA-C06E102329C2}" destId="{4BC79CE7-517F-4B70-8A9E-0510386812C6}" srcOrd="11" destOrd="0" presId="urn:microsoft.com/office/officeart/2005/8/layout/list1"/>
    <dgm:cxn modelId="{A6EB08BE-C437-45D1-B4FE-3C8B32FACA5F}" type="presParOf" srcId="{D2E5F7C6-05BD-4DA2-B3AA-C06E102329C2}" destId="{6B92EA27-0666-4193-99DE-1FF4F6371D80}" srcOrd="12" destOrd="0" presId="urn:microsoft.com/office/officeart/2005/8/layout/list1"/>
    <dgm:cxn modelId="{E793AEDA-7276-44D3-B051-FF21299F98D3}" type="presParOf" srcId="{6B92EA27-0666-4193-99DE-1FF4F6371D80}" destId="{4873EA30-75B8-4519-B78F-92F1FE4CBA9F}" srcOrd="0" destOrd="0" presId="urn:microsoft.com/office/officeart/2005/8/layout/list1"/>
    <dgm:cxn modelId="{B9DD4A83-07D8-4D29-9E76-EEF5D01957C4}" type="presParOf" srcId="{6B92EA27-0666-4193-99DE-1FF4F6371D80}" destId="{90AF5525-B4D9-4A1D-B02B-C93B0005CDCD}" srcOrd="1" destOrd="0" presId="urn:microsoft.com/office/officeart/2005/8/layout/list1"/>
    <dgm:cxn modelId="{A6010360-8DC7-43E5-B247-5394301C2446}" type="presParOf" srcId="{D2E5F7C6-05BD-4DA2-B3AA-C06E102329C2}" destId="{75CC2774-2BDD-4E52-8ACD-14C51F52CAC7}" srcOrd="13" destOrd="0" presId="urn:microsoft.com/office/officeart/2005/8/layout/list1"/>
    <dgm:cxn modelId="{B74F0BCA-9A0F-418A-9082-E9D07FE6FB92}" type="presParOf" srcId="{D2E5F7C6-05BD-4DA2-B3AA-C06E102329C2}" destId="{B8BE9F93-7699-4BD4-9852-8A467E94B33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83B9B7-B19A-4CF1-9EA8-7A9EC647D38E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8B4372-2F47-4B45-9128-5BCC35945EEF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Introduction to B+ trees</a:t>
          </a:r>
        </a:p>
      </dsp:txBody>
      <dsp:txXfrm>
        <a:off x="0" y="531"/>
        <a:ext cx="10515600" cy="870055"/>
      </dsp:txXfrm>
    </dsp:sp>
    <dsp:sp modelId="{11E0B85C-B00B-4F97-B983-148D64503354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1DCA45-68A4-4BAE-94B8-2B8640DC4EE8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Searching on B+ trees</a:t>
          </a:r>
        </a:p>
      </dsp:txBody>
      <dsp:txXfrm>
        <a:off x="0" y="870586"/>
        <a:ext cx="10515600" cy="870055"/>
      </dsp:txXfrm>
    </dsp:sp>
    <dsp:sp modelId="{C1172284-0297-41B1-9182-7CCFA9EF74F5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CA65BD-B099-41A4-A2C5-EBC6C3362B47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Insertion on B+ trees</a:t>
          </a:r>
        </a:p>
      </dsp:txBody>
      <dsp:txXfrm>
        <a:off x="0" y="1740641"/>
        <a:ext cx="10515600" cy="870055"/>
      </dsp:txXfrm>
    </dsp:sp>
    <dsp:sp modelId="{5EAD4BAB-5E58-49CA-9FDA-4E622A4E8479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5600BA-541B-4E76-BD37-D48CD6497EEE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Deletion on B+ trees</a:t>
          </a:r>
        </a:p>
      </dsp:txBody>
      <dsp:txXfrm>
        <a:off x="0" y="2610696"/>
        <a:ext cx="10515600" cy="870055"/>
      </dsp:txXfrm>
    </dsp:sp>
    <dsp:sp modelId="{93855892-3920-4986-8063-BEBAE77C030C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B4C24F-35C8-465C-8020-50129951AE86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References</a:t>
          </a:r>
        </a:p>
      </dsp:txBody>
      <dsp:txXfrm>
        <a:off x="0" y="3480751"/>
        <a:ext cx="10515600" cy="8700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A5FAAE-3091-48A3-B507-E7EA78A2EA7F}">
      <dsp:nvSpPr>
        <dsp:cNvPr id="0" name=""/>
        <dsp:cNvSpPr/>
      </dsp:nvSpPr>
      <dsp:spPr>
        <a:xfrm>
          <a:off x="2103120" y="382"/>
          <a:ext cx="8412480" cy="211192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3225" tIns="536430" rIns="163225" bIns="5364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Case I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If the leaf is not full, insert the key into the leaf node in increasing order.</a:t>
          </a:r>
        </a:p>
      </dsp:txBody>
      <dsp:txXfrm>
        <a:off x="2103120" y="382"/>
        <a:ext cx="8412480" cy="2111928"/>
      </dsp:txXfrm>
    </dsp:sp>
    <dsp:sp modelId="{3C0CF9A1-59C0-40AA-BBC3-E907B12C2D4D}">
      <dsp:nvSpPr>
        <dsp:cNvPr id="0" name=""/>
        <dsp:cNvSpPr/>
      </dsp:nvSpPr>
      <dsp:spPr>
        <a:xfrm>
          <a:off x="0" y="382"/>
          <a:ext cx="2103120" cy="21119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1290" tIns="208612" rIns="111290" bIns="20861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Case</a:t>
          </a:r>
        </a:p>
      </dsp:txBody>
      <dsp:txXfrm>
        <a:off x="0" y="382"/>
        <a:ext cx="2103120" cy="2111928"/>
      </dsp:txXfrm>
    </dsp:sp>
    <dsp:sp modelId="{F8373629-C170-4F68-A97A-D5691D1349F1}">
      <dsp:nvSpPr>
        <dsp:cNvPr id="0" name=""/>
        <dsp:cNvSpPr/>
      </dsp:nvSpPr>
      <dsp:spPr>
        <a:xfrm>
          <a:off x="2103120" y="2239026"/>
          <a:ext cx="8412480" cy="2111928"/>
        </a:xfrm>
        <a:prstGeom prst="rect">
          <a:avLst/>
        </a:prstGeom>
        <a:gradFill rotWithShape="0">
          <a:gsLst>
            <a:gs pos="0">
              <a:schemeClr val="accent2">
                <a:hueOff val="15836556"/>
                <a:satOff val="-19357"/>
                <a:lumOff val="823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5836556"/>
                <a:satOff val="-19357"/>
                <a:lumOff val="823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5836556"/>
                <a:satOff val="-19357"/>
                <a:lumOff val="823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15836556"/>
              <a:satOff val="-19357"/>
              <a:lumOff val="8236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3225" tIns="536430" rIns="163225" bIns="5364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Case II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If the leaf is full, insert the key into the leaf node in increasing order and balance the tree in the following way.</a:t>
          </a:r>
        </a:p>
      </dsp:txBody>
      <dsp:txXfrm>
        <a:off x="2103120" y="2239026"/>
        <a:ext cx="8412480" cy="2111928"/>
      </dsp:txXfrm>
    </dsp:sp>
    <dsp:sp modelId="{14717574-9251-4AB6-B027-3A029730F946}">
      <dsp:nvSpPr>
        <dsp:cNvPr id="0" name=""/>
        <dsp:cNvSpPr/>
      </dsp:nvSpPr>
      <dsp:spPr>
        <a:xfrm>
          <a:off x="0" y="2239026"/>
          <a:ext cx="2103120" cy="21119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15836556"/>
              <a:satOff val="-19357"/>
              <a:lumOff val="823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1290" tIns="208612" rIns="111290" bIns="20861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Case</a:t>
          </a:r>
        </a:p>
      </dsp:txBody>
      <dsp:txXfrm>
        <a:off x="0" y="2239026"/>
        <a:ext cx="2103120" cy="21119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0B074E-FF3C-40C9-9A2C-D52C88A9472B}">
      <dsp:nvSpPr>
        <dsp:cNvPr id="0" name=""/>
        <dsp:cNvSpPr/>
      </dsp:nvSpPr>
      <dsp:spPr>
        <a:xfrm>
          <a:off x="0" y="678572"/>
          <a:ext cx="6172199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38A902-421E-47CD-9381-2AB422F42A79}">
      <dsp:nvSpPr>
        <dsp:cNvPr id="0" name=""/>
        <dsp:cNvSpPr/>
      </dsp:nvSpPr>
      <dsp:spPr>
        <a:xfrm>
          <a:off x="308610" y="324332"/>
          <a:ext cx="4320540" cy="708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Project and Presentation by </a:t>
          </a:r>
        </a:p>
      </dsp:txBody>
      <dsp:txXfrm>
        <a:off x="343195" y="358917"/>
        <a:ext cx="4251370" cy="639310"/>
      </dsp:txXfrm>
    </dsp:sp>
    <dsp:sp modelId="{4B49CF74-1C0C-4CE0-BC65-6AE1DD29C1BF}">
      <dsp:nvSpPr>
        <dsp:cNvPr id="0" name=""/>
        <dsp:cNvSpPr/>
      </dsp:nvSpPr>
      <dsp:spPr>
        <a:xfrm>
          <a:off x="0" y="1767212"/>
          <a:ext cx="6172199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019FD4-86A8-47FF-9483-F5BA690AFFB6}">
      <dsp:nvSpPr>
        <dsp:cNvPr id="0" name=""/>
        <dsp:cNvSpPr/>
      </dsp:nvSpPr>
      <dsp:spPr>
        <a:xfrm>
          <a:off x="308610" y="1412972"/>
          <a:ext cx="4320540" cy="708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1) Sanchit Rajmane </a:t>
          </a:r>
        </a:p>
      </dsp:txBody>
      <dsp:txXfrm>
        <a:off x="343195" y="1447557"/>
        <a:ext cx="4251370" cy="639310"/>
      </dsp:txXfrm>
    </dsp:sp>
    <dsp:sp modelId="{7F2D14AA-30DD-47B4-92B2-7A10A498D8F8}">
      <dsp:nvSpPr>
        <dsp:cNvPr id="0" name=""/>
        <dsp:cNvSpPr/>
      </dsp:nvSpPr>
      <dsp:spPr>
        <a:xfrm>
          <a:off x="0" y="2855852"/>
          <a:ext cx="6172199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4C91C0-CFDD-46F0-B4DB-76E43A348817}">
      <dsp:nvSpPr>
        <dsp:cNvPr id="0" name=""/>
        <dsp:cNvSpPr/>
      </dsp:nvSpPr>
      <dsp:spPr>
        <a:xfrm>
          <a:off x="308610" y="2501612"/>
          <a:ext cx="4320540" cy="708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2) Aditya Raskar</a:t>
          </a:r>
        </a:p>
      </dsp:txBody>
      <dsp:txXfrm>
        <a:off x="343195" y="2536197"/>
        <a:ext cx="4251370" cy="639310"/>
      </dsp:txXfrm>
    </dsp:sp>
    <dsp:sp modelId="{B8BE9F93-7699-4BD4-9852-8A467E94B339}">
      <dsp:nvSpPr>
        <dsp:cNvPr id="0" name=""/>
        <dsp:cNvSpPr/>
      </dsp:nvSpPr>
      <dsp:spPr>
        <a:xfrm>
          <a:off x="0" y="3944492"/>
          <a:ext cx="6172199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AF5525-B4D9-4A1D-B02B-C93B0005CDCD}">
      <dsp:nvSpPr>
        <dsp:cNvPr id="0" name=""/>
        <dsp:cNvSpPr/>
      </dsp:nvSpPr>
      <dsp:spPr>
        <a:xfrm>
          <a:off x="308610" y="3590252"/>
          <a:ext cx="4320540" cy="708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3) Siddhant Pimple</a:t>
          </a:r>
        </a:p>
      </dsp:txBody>
      <dsp:txXfrm>
        <a:off x="343195" y="3624837"/>
        <a:ext cx="4251370" cy="639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DD571-E22F-4A38-B450-8CCBD829A548}" type="datetimeFigureOut">
              <a:rPr lang="en-US"/>
              <a:t>5/28/2023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C2C40-CB1C-4820-9151-EC51EC2E7E0F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974584-F7C5-6440-926F-F6A9781D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10" y="2484470"/>
            <a:ext cx="7552916" cy="21305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Graphical user interface&#10;&#10;Description automatically generated">
            <a:extLst>
              <a:ext uri="{FF2B5EF4-FFF2-40B4-BE49-F238E27FC236}">
                <a16:creationId xmlns:a16="http://schemas.microsoft.com/office/drawing/2014/main" id="{D7436C2F-09FF-014A-84CC-E0A18AFE2C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792" y="138819"/>
            <a:ext cx="2369315" cy="86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20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A72F24-C2F4-A848-9526-6DDE303230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460500"/>
            <a:ext cx="5327904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defRPr 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B5A9DDA-5C61-C94F-9C1E-F412423AF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5/28/2023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B9CE1BE-CD51-BD42-A659-2F084EB57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2707C4E-5419-8141-80B3-E4B112655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D362EF-E079-514F-814C-6085176CA7AD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2AC75DAD-32BC-CC41-8DF4-9E68DB31C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217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EAB2A1-27FC-7D46-BBF1-72410CED55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596" y="2560320"/>
            <a:ext cx="94457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70A3AA-4210-FB4E-9790-9D6891AFF655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28B6F196-1924-E341-B33B-77AEF4A8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6486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BE2BF-67D0-421C-B0EA-C2FDA38E9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D459D-4DBB-4B08-B28E-38CB29459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1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D5826-9D5D-45F7-9039-C95938735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1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35230-6E6B-4AE2-A238-476A2293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5/28/2023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C195B-3566-4F5A-8A17-C0D96E0DC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64FFA-F5D7-4974-90D5-37C1E4F5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01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93013-51BB-4A17-B3BD-969427C6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5D238-163E-4CA0-8D72-013A528AF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4BFD3-F57E-442B-B0D6-44B28B98A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6C678E-A9F6-402F-AB68-0001BA3C2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C1CE1F-0133-4A8E-9510-3927C275A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812791-1A66-47A2-B8AB-CF2C8494C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5/28/2023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3D370-BE25-4CF9-8D18-A8B0D6286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FF9EFB-2082-4B18-8532-2E058DF9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323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A482C-C319-43FD-93FF-980D21E2E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3A496-9194-4AF3-A700-304E648B3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5/28/2023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03CEB3-10DB-4C6B-B786-6EA61FEAF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A844B-2D32-4E86-8B10-61DBDBE5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74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1782B-EB6A-4988-856E-D6637A15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5/28/2023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1005B5-4499-443A-AEC7-4504692A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E9E49-7000-42FC-9389-8FC847AA8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066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EFE04-76D2-4EE9-82B4-6CF8BDAEF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215A4-C64A-4FDE-8E67-809F9ECFC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99654-FEE0-4F7C-9F7E-E61364191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96" indent="0">
              <a:buNone/>
              <a:defRPr sz="1400"/>
            </a:lvl2pPr>
            <a:lvl3pPr marL="914391" indent="0">
              <a:buNone/>
              <a:defRPr sz="1200"/>
            </a:lvl3pPr>
            <a:lvl4pPr marL="1371587" indent="0">
              <a:buNone/>
              <a:defRPr sz="1000"/>
            </a:lvl4pPr>
            <a:lvl5pPr marL="1828783" indent="0">
              <a:buNone/>
              <a:defRPr sz="1000"/>
            </a:lvl5pPr>
            <a:lvl6pPr marL="2285978" indent="0">
              <a:buNone/>
              <a:defRPr sz="1000"/>
            </a:lvl6pPr>
            <a:lvl7pPr marL="2743174" indent="0">
              <a:buNone/>
              <a:defRPr sz="1000"/>
            </a:lvl7pPr>
            <a:lvl8pPr marL="3200370" indent="0">
              <a:buNone/>
              <a:defRPr sz="1000"/>
            </a:lvl8pPr>
            <a:lvl9pPr marL="365756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672D7-560C-46F5-B38A-5864AF61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5/28/2023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33971-AB39-461C-BCDD-6F82E9DF4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7803C-62B5-41B0-9BE1-73F06662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835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523E-938F-438E-ACC4-357650D6A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72DA9-4F67-4E76-B94A-2A066F0CC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96" indent="0">
              <a:buNone/>
              <a:defRPr sz="2800"/>
            </a:lvl2pPr>
            <a:lvl3pPr marL="914391" indent="0">
              <a:buNone/>
              <a:defRPr sz="2400"/>
            </a:lvl3pPr>
            <a:lvl4pPr marL="1371587" indent="0">
              <a:buNone/>
              <a:defRPr sz="2000"/>
            </a:lvl4pPr>
            <a:lvl5pPr marL="1828783" indent="0">
              <a:buNone/>
              <a:defRPr sz="2000"/>
            </a:lvl5pPr>
            <a:lvl6pPr marL="2285978" indent="0">
              <a:buNone/>
              <a:defRPr sz="2000"/>
            </a:lvl6pPr>
            <a:lvl7pPr marL="2743174" indent="0">
              <a:buNone/>
              <a:defRPr sz="2000"/>
            </a:lvl7pPr>
            <a:lvl8pPr marL="3200370" indent="0">
              <a:buNone/>
              <a:defRPr sz="2000"/>
            </a:lvl8pPr>
            <a:lvl9pPr marL="3657565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2FDD4-868B-425C-9784-E80DB7C01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96" indent="0">
              <a:buNone/>
              <a:defRPr sz="1400"/>
            </a:lvl2pPr>
            <a:lvl3pPr marL="914391" indent="0">
              <a:buNone/>
              <a:defRPr sz="1200"/>
            </a:lvl3pPr>
            <a:lvl4pPr marL="1371587" indent="0">
              <a:buNone/>
              <a:defRPr sz="1000"/>
            </a:lvl4pPr>
            <a:lvl5pPr marL="1828783" indent="0">
              <a:buNone/>
              <a:defRPr sz="1000"/>
            </a:lvl5pPr>
            <a:lvl6pPr marL="2285978" indent="0">
              <a:buNone/>
              <a:defRPr sz="1000"/>
            </a:lvl6pPr>
            <a:lvl7pPr marL="2743174" indent="0">
              <a:buNone/>
              <a:defRPr sz="1000"/>
            </a:lvl7pPr>
            <a:lvl8pPr marL="3200370" indent="0">
              <a:buNone/>
              <a:defRPr sz="1000"/>
            </a:lvl8pPr>
            <a:lvl9pPr marL="365756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53192-BC34-458B-84D8-10413109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5/28/2023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4140DD-DF78-4ACA-994A-2C80E820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55A00-460B-4060-8FC4-6AE015CD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78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9423-CD2E-4FE4-A0A5-BF1DF9A8B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21021-E600-4985-9CB7-C91662580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F65E1-9312-40C9-B537-2EF2373A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5/28/2023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7D5D2-711E-4128-B02F-A2F5F3B7B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A264A-3B0E-4789-8D33-E3B8BB42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066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5CD398-88C4-4D5A-B800-669821089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AE657-6D14-4EC6-AF23-3733CA7EC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13624-5ED1-471D-B870-97A863791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5/28/2023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089F5-C44A-423E-A411-0170507E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2F323-E5A0-4612-B41A-6BBC2FFF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236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38DD69-FB8A-4188-BFE4-CBF509E5E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15C50-137C-4155-8543-556E7E213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6A1DE-66DD-40F1-896C-01B693106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E2F8D-62B3-48AF-BAF5-944399905ED0}" type="datetimeFigureOut">
              <a:rPr lang="en-US" smtClean="0"/>
              <a:t>5/28/2023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912B1-2F8B-49C2-9253-FDAAEF5D9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3CF23-BB91-472C-8560-11C5F5282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915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9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8" indent="-228598" algn="l" defTabSz="91439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9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5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0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76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72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7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6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6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1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7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3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8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4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70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5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95B6DEB-2496-33B6-49AD-56D624D83D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235" b="23515"/>
          <a:stretch/>
        </p:blipFill>
        <p:spPr>
          <a:xfrm>
            <a:off x="1" y="1"/>
            <a:ext cx="12192000" cy="68579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988F7D-F280-0C1D-945A-DE9E1E7EA984}"/>
              </a:ext>
            </a:extLst>
          </p:cNvPr>
          <p:cNvSpPr txBox="1"/>
          <p:nvPr/>
        </p:nvSpPr>
        <p:spPr>
          <a:xfrm>
            <a:off x="1524000" y="2551840"/>
            <a:ext cx="9144000" cy="1754326"/>
          </a:xfrm>
          <a:prstGeom prst="rect">
            <a:avLst/>
          </a:prstGeom>
          <a:solidFill>
            <a:srgbClr val="FFFFFF">
              <a:alpha val="91000"/>
            </a:srgbClr>
          </a:solidFill>
          <a:ln w="279400" cap="sq" cmpd="thinThick" algn="ctr">
            <a:solidFill>
              <a:srgbClr val="FFFFFF">
                <a:alpha val="91000"/>
              </a:srgbClr>
            </a:solidFill>
            <a:prstDash val="solid"/>
            <a:miter lim="800000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Data Base Indexing and Management Using B+ Tree</a:t>
            </a:r>
          </a:p>
        </p:txBody>
      </p:sp>
    </p:spTree>
    <p:extLst>
      <p:ext uri="{BB962C8B-B14F-4D97-AF65-F5344CB8AC3E}">
        <p14:creationId xmlns:p14="http://schemas.microsoft.com/office/powerpoint/2010/main" val="37388869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5200" dirty="0">
                <a:cs typeface="Segoe UI Semibold"/>
              </a:rPr>
              <a:t>Table Of Contents</a:t>
            </a:r>
            <a:endParaRPr lang="en-US" sz="5200" kern="1200" dirty="0">
              <a:latin typeface="+mj-lt"/>
              <a:cs typeface="Segoe UI Semibold"/>
            </a:endParaRP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7DC0FBB6-174B-1E41-5851-10FEBEB4A0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341633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943229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Structures Used</a:t>
            </a:r>
          </a:p>
          <a:p>
            <a:pPr defTabSz="914400"/>
            <a:b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defTabSz="914400"/>
            <a:r>
              <a:rPr lang="en-US" b="1" dirty="0"/>
              <a:t>B PLUS TREE - </a:t>
            </a:r>
            <a:r>
              <a:rPr lang="en-US" dirty="0"/>
              <a:t>A B+ tree is a balanced tree data structure that is commonly used for indexing and organizing large amounts of data. It is an extension of the B-tree and is specifically designed for efficient disk-based storage systems.</a:t>
            </a:r>
            <a:endParaRPr lang="en-US" dirty="0">
              <a:cs typeface="Segoe UI"/>
            </a:endParaRPr>
          </a:p>
          <a:p>
            <a:pPr marL="57150" indent="0" defTabSz="914400">
              <a:buNone/>
            </a:pPr>
            <a:endParaRPr lang="en-US" dirty="0">
              <a:latin typeface="Segoe UI"/>
              <a:cs typeface="Segoe UI"/>
            </a:endParaRPr>
          </a:p>
          <a:p>
            <a:pPr marL="742950" lvl="1" indent="-228600" defTabSz="914400"/>
            <a:endParaRPr lang="en-US" b="1">
              <a:cs typeface="Segoe UI"/>
            </a:endParaRPr>
          </a:p>
          <a:p>
            <a:pPr marL="514350" lvl="1" indent="0" defTabSz="914400">
              <a:buNone/>
            </a:pPr>
            <a:endParaRPr lang="en-US" b="1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3839774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396" y="877254"/>
            <a:ext cx="9146972" cy="64008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25265E"/>
                </a:solidFill>
                <a:latin typeface="Segoe UI Semibold"/>
                <a:cs typeface="Segoe UI Semibold"/>
              </a:rPr>
              <a:t>Benefits and Advantages :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93778" y="1509612"/>
            <a:ext cx="9411829" cy="397764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endParaRPr lang="en-US" dirty="0">
              <a:solidFill>
                <a:srgbClr val="595959"/>
              </a:solidFill>
              <a:latin typeface="Arial"/>
              <a:ea typeface="+mn-lt"/>
              <a:cs typeface="Arial"/>
            </a:endParaRPr>
          </a:p>
          <a:p>
            <a:pPr marL="227965" indent="-227965"/>
            <a:r>
              <a:rPr lang="en-US" sz="2000" dirty="0">
                <a:solidFill>
                  <a:srgbClr val="595959"/>
                </a:solidFill>
                <a:latin typeface="Segoe UI"/>
                <a:ea typeface="+mn-lt"/>
                <a:cs typeface="Arial"/>
              </a:rPr>
              <a:t>Hierarchical organization of data</a:t>
            </a:r>
            <a:endParaRPr lang="en-US" sz="2000">
              <a:latin typeface="Segoe UI"/>
              <a:cs typeface="Segoe UI"/>
            </a:endParaRPr>
          </a:p>
          <a:p>
            <a:pPr marL="227965" indent="-227965"/>
            <a:r>
              <a:rPr lang="en-US" sz="2000" dirty="0">
                <a:solidFill>
                  <a:srgbClr val="595959"/>
                </a:solidFill>
                <a:latin typeface="Segoe UI"/>
                <a:ea typeface="+mn-lt"/>
                <a:cs typeface="Arial"/>
              </a:rPr>
              <a:t>Efficient search, insertion, and deletion operations</a:t>
            </a:r>
            <a:endParaRPr lang="en-US" sz="2000">
              <a:latin typeface="Segoe UI"/>
              <a:cs typeface="Segoe UI"/>
            </a:endParaRPr>
          </a:p>
          <a:p>
            <a:pPr marL="227965" indent="-227965"/>
            <a:r>
              <a:rPr lang="en-US" sz="2000" dirty="0">
                <a:solidFill>
                  <a:srgbClr val="595959"/>
                </a:solidFill>
                <a:latin typeface="Segoe UI"/>
                <a:ea typeface="+mn-lt"/>
                <a:cs typeface="Arial"/>
              </a:rPr>
              <a:t>Dynamic and adaptable to changes in data</a:t>
            </a:r>
            <a:endParaRPr lang="en-US" sz="2000">
              <a:latin typeface="Segoe UI"/>
              <a:cs typeface="Segoe UI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595959"/>
                </a:solidFill>
                <a:latin typeface="Segoe UI"/>
                <a:ea typeface="+mn-lt"/>
                <a:cs typeface="Arial"/>
              </a:rPr>
              <a:t>Advantages of B+ trees for database indexing:</a:t>
            </a:r>
            <a:endParaRPr lang="en-US" sz="2000" b="1">
              <a:latin typeface="Segoe UI"/>
              <a:cs typeface="Segoe UI"/>
            </a:endParaRPr>
          </a:p>
          <a:p>
            <a:pPr marL="227965" indent="-227965"/>
            <a:r>
              <a:rPr lang="en-US" sz="2000" dirty="0">
                <a:solidFill>
                  <a:srgbClr val="595959"/>
                </a:solidFill>
                <a:latin typeface="Segoe UI"/>
                <a:ea typeface="+mn-lt"/>
                <a:cs typeface="Arial"/>
              </a:rPr>
              <a:t>Optimized for disk-based storage, minimizing disk I/O</a:t>
            </a:r>
            <a:endParaRPr lang="en-US" sz="2000">
              <a:latin typeface="Segoe UI"/>
              <a:cs typeface="Segoe UI"/>
            </a:endParaRPr>
          </a:p>
          <a:p>
            <a:pPr marL="227965" indent="-227965"/>
            <a:r>
              <a:rPr lang="en-US" sz="2000" dirty="0">
                <a:solidFill>
                  <a:srgbClr val="595959"/>
                </a:solidFill>
                <a:latin typeface="Segoe UI"/>
                <a:ea typeface="+mn-lt"/>
                <a:cs typeface="Arial"/>
              </a:rPr>
              <a:t>Supports range queries efficiently</a:t>
            </a:r>
            <a:endParaRPr lang="en-US" sz="2000">
              <a:latin typeface="Segoe UI"/>
              <a:cs typeface="Segoe UI"/>
            </a:endParaRPr>
          </a:p>
          <a:p>
            <a:pPr marL="227965" indent="-227965"/>
            <a:r>
              <a:rPr lang="en-US" sz="2000" dirty="0">
                <a:solidFill>
                  <a:srgbClr val="595959"/>
                </a:solidFill>
                <a:latin typeface="Segoe UI"/>
                <a:ea typeface="+mn-lt"/>
                <a:cs typeface="Arial"/>
              </a:rPr>
              <a:t>Easier to maintain balance and minimize tree height</a:t>
            </a:r>
            <a:endParaRPr lang="en-US" sz="2000" dirty="0">
              <a:latin typeface="Segoe UI"/>
            </a:endParaRPr>
          </a:p>
          <a:p>
            <a:pPr marL="285750" indent="-285750"/>
            <a:endParaRPr lang="en-US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80959082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sz="2800"/>
              <a:t>Introduction to B+ Tree</a:t>
            </a:r>
          </a:p>
          <a:p>
            <a:br>
              <a:rPr lang="en-US" sz="2800"/>
            </a:br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1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/>
            <a:r>
              <a:rPr lang="en-US" sz="2400"/>
              <a:t>A B+ tree is an advanced form of a self-balancing tree in which all the values are present in the leaf level.</a:t>
            </a:r>
          </a:p>
          <a:p>
            <a:pPr marL="285750" indent="-285750"/>
            <a:r>
              <a:rPr lang="en-US" sz="2400"/>
              <a:t>An important concept to be understood before learning B+ tree is multilevel indexing. In multilevel indexing, the index of indices is created as in figure below. It makes accessing the data easier and faster.</a:t>
            </a:r>
          </a:p>
          <a:p>
            <a:pPr marL="227965" indent="-227965">
              <a:buNone/>
            </a:pPr>
            <a:br>
              <a:rPr lang="en-US" sz="2400"/>
            </a:br>
            <a:endParaRPr lang="en-US" sz="2400"/>
          </a:p>
        </p:txBody>
      </p:sp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BC1963F8-2B7D-D257-2FEA-00E08EFE8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485676"/>
            <a:ext cx="5181601" cy="30312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4416447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396" y="877254"/>
            <a:ext cx="9146972" cy="64008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25265E"/>
                </a:solidFill>
              </a:rPr>
              <a:t>Introduction to B+ Tree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93778" y="1509612"/>
            <a:ext cx="9411829" cy="397764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5265E"/>
                </a:solidFill>
              </a:rPr>
              <a:t>Properties of a B+ Tree</a:t>
            </a:r>
            <a:endParaRPr lang="en-US" sz="2000" b="1" dirty="0">
              <a:ea typeface="+mn-lt"/>
              <a:cs typeface="+mn-lt"/>
            </a:endParaRPr>
          </a:p>
          <a:p>
            <a:pPr marL="227965" indent="-227965"/>
            <a:r>
              <a:rPr lang="en-US" sz="2000" dirty="0">
                <a:ea typeface="+mn-lt"/>
                <a:cs typeface="+mn-lt"/>
              </a:rPr>
              <a:t>All leaves are at the same level.</a:t>
            </a:r>
          </a:p>
          <a:p>
            <a:pPr marL="227965" indent="-227965"/>
            <a:r>
              <a:rPr lang="en-US" sz="2000" dirty="0">
                <a:ea typeface="+mn-lt"/>
                <a:cs typeface="+mn-lt"/>
              </a:rPr>
              <a:t>The root has at least two children.</a:t>
            </a:r>
          </a:p>
          <a:p>
            <a:pPr marL="227965" indent="-227965"/>
            <a:r>
              <a:rPr lang="en-US" sz="2000" dirty="0">
                <a:ea typeface="+mn-lt"/>
                <a:cs typeface="+mn-lt"/>
              </a:rPr>
              <a:t>Each node except root can have a maximum of m children and at least </a:t>
            </a:r>
            <a:r>
              <a:rPr lang="en-US" sz="2000" u="sng" dirty="0">
                <a:ea typeface="+mn-lt"/>
                <a:cs typeface="+mn-lt"/>
              </a:rPr>
              <a:t>m/2</a:t>
            </a:r>
            <a:r>
              <a:rPr lang="en-US" sz="2000" dirty="0">
                <a:ea typeface="+mn-lt"/>
                <a:cs typeface="+mn-lt"/>
              </a:rPr>
              <a:t> children.</a:t>
            </a:r>
          </a:p>
          <a:p>
            <a:pPr marL="227965" indent="-227965"/>
            <a:r>
              <a:rPr lang="en-US" sz="2000" dirty="0">
                <a:ea typeface="+mn-lt"/>
                <a:cs typeface="+mn-lt"/>
              </a:rPr>
              <a:t>Each node can contain a maximum of </a:t>
            </a:r>
            <a:r>
              <a:rPr lang="en-US" sz="2000" u="sng" dirty="0">
                <a:ea typeface="+mn-lt"/>
                <a:cs typeface="+mn-lt"/>
              </a:rPr>
              <a:t>m</a:t>
            </a:r>
            <a:r>
              <a:rPr lang="en-US" sz="2000" dirty="0">
                <a:ea typeface="+mn-lt"/>
                <a:cs typeface="+mn-lt"/>
              </a:rPr>
              <a:t> </a:t>
            </a:r>
            <a:r>
              <a:rPr lang="en-US" sz="2000" u="sng" dirty="0">
                <a:ea typeface="+mn-lt"/>
                <a:cs typeface="+mn-lt"/>
              </a:rPr>
              <a:t>- 1</a:t>
            </a:r>
            <a:r>
              <a:rPr lang="en-US" sz="2000" dirty="0">
                <a:ea typeface="+mn-lt"/>
                <a:cs typeface="+mn-lt"/>
              </a:rPr>
              <a:t> keys and a minimum of </a:t>
            </a:r>
            <a:r>
              <a:rPr lang="en-US" sz="2000" u="sng" dirty="0">
                <a:ea typeface="+mn-lt"/>
                <a:cs typeface="+mn-lt"/>
              </a:rPr>
              <a:t>⌈m/2⌉</a:t>
            </a:r>
            <a:r>
              <a:rPr lang="en-US" sz="2000" dirty="0">
                <a:ea typeface="+mn-lt"/>
                <a:cs typeface="+mn-lt"/>
              </a:rPr>
              <a:t> </a:t>
            </a:r>
            <a:r>
              <a:rPr lang="en-US" sz="2000" u="sng" dirty="0">
                <a:ea typeface="+mn-lt"/>
                <a:cs typeface="+mn-lt"/>
              </a:rPr>
              <a:t>- 1</a:t>
            </a:r>
            <a:r>
              <a:rPr lang="en-US" sz="2000" dirty="0">
                <a:ea typeface="+mn-lt"/>
                <a:cs typeface="+mn-lt"/>
              </a:rPr>
              <a:t> keys.</a:t>
            </a:r>
            <a:br>
              <a:rPr lang="en-US" dirty="0"/>
            </a:br>
            <a:endParaRPr lang="en-US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625112544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396" y="877254"/>
            <a:ext cx="9146972" cy="64008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25265E"/>
                </a:solidFill>
                <a:latin typeface="Segoe UI Semibold"/>
                <a:cs typeface="Segoe UI Semibold"/>
              </a:rPr>
              <a:t>   Searching on B+ Tree</a:t>
            </a:r>
            <a:endParaRPr lang="en-US" dirty="0">
              <a:solidFill>
                <a:srgbClr val="000000"/>
              </a:solidFill>
              <a:latin typeface="Segoe UI Semibold"/>
              <a:cs typeface="Segoe UI Semibold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93778" y="1509612"/>
            <a:ext cx="9411829" cy="397764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>
              <a:buNone/>
            </a:pPr>
            <a:r>
              <a:rPr lang="en-US" sz="2000" dirty="0">
                <a:latin typeface="Segoe UI Semibold"/>
                <a:ea typeface="+mn-lt"/>
                <a:cs typeface="+mn-lt"/>
              </a:rPr>
              <a:t>E.g. Let us search </a:t>
            </a:r>
            <a:r>
              <a:rPr lang="en-US" sz="2000" u="sng" dirty="0">
                <a:latin typeface="Segoe UI Semibold"/>
                <a:ea typeface="+mn-lt"/>
                <a:cs typeface="+mn-lt"/>
              </a:rPr>
              <a:t>k =</a:t>
            </a:r>
            <a:r>
              <a:rPr lang="en-US" sz="2000" dirty="0">
                <a:latin typeface="Segoe UI Semibold"/>
                <a:ea typeface="+mn-lt"/>
                <a:cs typeface="+mn-lt"/>
              </a:rPr>
              <a:t> </a:t>
            </a:r>
            <a:r>
              <a:rPr lang="en-US" sz="2000" u="sng" dirty="0">
                <a:latin typeface="Segoe UI Semibold"/>
                <a:ea typeface="+mn-lt"/>
                <a:cs typeface="+mn-lt"/>
              </a:rPr>
              <a:t>45</a:t>
            </a:r>
            <a:r>
              <a:rPr lang="en-US" sz="2000" dirty="0">
                <a:latin typeface="Segoe UI Semibold"/>
                <a:ea typeface="+mn-lt"/>
                <a:cs typeface="+mn-lt"/>
              </a:rPr>
              <a:t> on the following B+ tree.</a:t>
            </a:r>
            <a:endParaRPr lang="en-US" sz="2000">
              <a:latin typeface="Segoe UI Semibold"/>
              <a:cs typeface="Segoe UI"/>
            </a:endParaRPr>
          </a:p>
        </p:txBody>
      </p:sp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D75A4002-150F-0DD7-1776-7706DA59F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80" y="3851093"/>
            <a:ext cx="3099459" cy="1372540"/>
          </a:xfrm>
          <a:prstGeom prst="rect">
            <a:avLst/>
          </a:prstGeom>
        </p:spPr>
      </p:pic>
      <p:pic>
        <p:nvPicPr>
          <p:cNvPr id="6" name="Picture 6" descr="Diagram&#10;&#10;Description automatically generated">
            <a:extLst>
              <a:ext uri="{FF2B5EF4-FFF2-40B4-BE49-F238E27FC236}">
                <a16:creationId xmlns:a16="http://schemas.microsoft.com/office/drawing/2014/main" id="{89D4C747-9AA1-2A18-50B8-FD3CDF1CF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856" y="3811509"/>
            <a:ext cx="3238005" cy="1412125"/>
          </a:xfrm>
          <a:prstGeom prst="rect">
            <a:avLst/>
          </a:prstGeom>
        </p:spPr>
      </p:pic>
      <p:pic>
        <p:nvPicPr>
          <p:cNvPr id="7" name="Picture 7" descr="Diagram&#10;&#10;Description automatically generated">
            <a:extLst>
              <a:ext uri="{FF2B5EF4-FFF2-40B4-BE49-F238E27FC236}">
                <a16:creationId xmlns:a16="http://schemas.microsoft.com/office/drawing/2014/main" id="{79689B3E-40BB-1F5C-C1FC-9DB588A30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791" y="3781821"/>
            <a:ext cx="3247901" cy="144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7411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B35497C-A9E1-A40D-9658-67D008EE60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9092" t="31820" r="-7" b="-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2800" dirty="0"/>
              <a:t>Insertion on a B+ Tree</a:t>
            </a:r>
          </a:p>
          <a:p>
            <a:pPr defTabSz="914400"/>
            <a:br>
              <a:rPr lang="en-US" sz="2800" dirty="0"/>
            </a:br>
            <a:endParaRPr lang="en-US" sz="280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0F7DDE1-1B47-22E2-1DE6-73C32C85CC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423726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89758982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19FF-DAD9-4AB4-9D83-993EE9FE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396" y="798085"/>
            <a:ext cx="9146972" cy="640080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rgbClr val="25265E"/>
                </a:solidFill>
              </a:rPr>
              <a:t>Insertion on a B+ Tree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40" name="Oval 39" descr="Small circle">
            <a:extLst>
              <a:ext uri="{FF2B5EF4-FFF2-40B4-BE49-F238E27FC236}">
                <a16:creationId xmlns:a16="http://schemas.microsoft.com/office/drawing/2014/main" id="{0C3A28BB-9675-8648-9563-A663628F48F5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530197" y="1503788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Box 40" descr="Number 1">
            <a:extLst>
              <a:ext uri="{FF2B5EF4-FFF2-40B4-BE49-F238E27FC236}">
                <a16:creationId xmlns:a16="http://schemas.microsoft.com/office/drawing/2014/main" id="{516D502C-EEB8-7641-9141-D6049BAE3252}"/>
              </a:ext>
            </a:extLst>
          </p:cNvPr>
          <p:cNvSpPr txBox="1">
            <a:spLocks noChangeAspect="1"/>
          </p:cNvSpPr>
          <p:nvPr/>
        </p:nvSpPr>
        <p:spPr bwMode="blackWhite">
          <a:xfrm>
            <a:off x="457571" y="1520182"/>
            <a:ext cx="55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51" name="Content Placeholder 7">
            <a:extLst>
              <a:ext uri="{FF2B5EF4-FFF2-40B4-BE49-F238E27FC236}">
                <a16:creationId xmlns:a16="http://schemas.microsoft.com/office/drawing/2014/main" id="{A6D40621-9F60-B248-A84C-7DCBF898D4DB}"/>
              </a:ext>
            </a:extLst>
          </p:cNvPr>
          <p:cNvSpPr txBox="1">
            <a:spLocks/>
          </p:cNvSpPr>
          <p:nvPr/>
        </p:nvSpPr>
        <p:spPr>
          <a:xfrm>
            <a:off x="1007952" y="1509612"/>
            <a:ext cx="10158364" cy="2660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7965" indent="-227965">
              <a:buNone/>
            </a:pPr>
            <a:r>
              <a:rPr lang="en-US" b="1" dirty="0">
                <a:ea typeface="+mn-lt"/>
                <a:cs typeface="+mn-lt"/>
              </a:rPr>
              <a:t>Let's see how insertion works by </a:t>
            </a:r>
            <a:r>
              <a:rPr lang="en-US" b="1" err="1">
                <a:ea typeface="+mn-lt"/>
                <a:cs typeface="+mn-lt"/>
              </a:rPr>
              <a:t>inseting</a:t>
            </a:r>
            <a:r>
              <a:rPr lang="en-US" b="1" dirty="0">
                <a:ea typeface="+mn-lt"/>
                <a:cs typeface="+mn-lt"/>
              </a:rPr>
              <a:t> elements in tree </a:t>
            </a:r>
            <a:r>
              <a:rPr lang="en-US" b="1" err="1">
                <a:ea typeface="+mn-lt"/>
                <a:cs typeface="+mn-lt"/>
              </a:rPr>
              <a:t>e,g</a:t>
            </a:r>
            <a:r>
              <a:rPr lang="en-US" b="1" dirty="0">
                <a:ea typeface="+mn-lt"/>
                <a:cs typeface="+mn-lt"/>
              </a:rPr>
              <a:t> =&gt; 5,15, 25, 35, 45.</a:t>
            </a:r>
            <a:endParaRPr lang="en-US" b="1" dirty="0">
              <a:cs typeface="Segoe UI"/>
            </a:endParaRP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Insert 5                                                                                                       2.  Insert 15</a:t>
            </a:r>
          </a:p>
          <a:p>
            <a:pPr marL="342900" indent="-342900">
              <a:buAutoNum type="arabicPeriod"/>
            </a:pPr>
            <a:endParaRPr lang="en-US" dirty="0">
              <a:cs typeface="Segoe UI"/>
            </a:endParaRPr>
          </a:p>
          <a:p>
            <a:pPr marL="0" indent="0">
              <a:spcAft>
                <a:spcPts val="1200"/>
              </a:spcAft>
              <a:buNone/>
            </a:pPr>
            <a:endParaRPr lang="en-US" sz="160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4FAFDF-875F-2273-7614-10BE1268EBBD}"/>
              </a:ext>
            </a:extLst>
          </p:cNvPr>
          <p:cNvSpPr txBox="1"/>
          <p:nvPr/>
        </p:nvSpPr>
        <p:spPr>
          <a:xfrm>
            <a:off x="7229606" y="2636729"/>
            <a:ext cx="407930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</p:txBody>
      </p:sp>
      <p:pic>
        <p:nvPicPr>
          <p:cNvPr id="5" name="Picture 7" descr="A picture containing text, sign, dark&#10;&#10;Description automatically generated">
            <a:extLst>
              <a:ext uri="{FF2B5EF4-FFF2-40B4-BE49-F238E27FC236}">
                <a16:creationId xmlns:a16="http://schemas.microsoft.com/office/drawing/2014/main" id="{024E7109-1FBD-CB07-0E79-B36806FBA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781" y="2137859"/>
            <a:ext cx="1117657" cy="1117657"/>
          </a:xfrm>
          <a:prstGeom prst="rect">
            <a:avLst/>
          </a:prstGeom>
        </p:spPr>
      </p:pic>
      <p:pic>
        <p:nvPicPr>
          <p:cNvPr id="8" name="Picture 8" descr="A picture containing text, sign, dark&#10;&#10;Description automatically generated">
            <a:extLst>
              <a:ext uri="{FF2B5EF4-FFF2-40B4-BE49-F238E27FC236}">
                <a16:creationId xmlns:a16="http://schemas.microsoft.com/office/drawing/2014/main" id="{08BA92BE-18AB-FC08-2C10-443DC2EE4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120" y="2137859"/>
            <a:ext cx="1638384" cy="1117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029687-B1AD-BCD4-62E0-B4D936DC6DA2}"/>
              </a:ext>
            </a:extLst>
          </p:cNvPr>
          <p:cNvSpPr txBox="1"/>
          <p:nvPr/>
        </p:nvSpPr>
        <p:spPr>
          <a:xfrm>
            <a:off x="1192480" y="3339934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3.  Insert 25</a:t>
            </a:r>
            <a:endParaRPr lang="en-US" dirty="0">
              <a:cs typeface="Segoe UI"/>
            </a:endParaRPr>
          </a:p>
        </p:txBody>
      </p:sp>
      <p:pic>
        <p:nvPicPr>
          <p:cNvPr id="11" name="Picture 11" descr="A picture containing text, clock, gauge&#10;&#10;Description automatically generated">
            <a:extLst>
              <a:ext uri="{FF2B5EF4-FFF2-40B4-BE49-F238E27FC236}">
                <a16:creationId xmlns:a16="http://schemas.microsoft.com/office/drawing/2014/main" id="{34F72390-4C4D-D6AC-F109-5F7F71A4D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868" y="3465263"/>
            <a:ext cx="6127667" cy="13920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AE6826-35C5-D9A1-2618-A828A9566679}"/>
              </a:ext>
            </a:extLst>
          </p:cNvPr>
          <p:cNvSpPr txBox="1"/>
          <p:nvPr/>
        </p:nvSpPr>
        <p:spPr>
          <a:xfrm>
            <a:off x="1202376" y="4913414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4.  Insert 35</a:t>
            </a:r>
            <a:endParaRPr lang="en-US" dirty="0">
              <a:cs typeface="Segoe UI"/>
            </a:endParaRP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221FEDD0-A4FE-326C-F105-933C7E526C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7231" y="5067455"/>
            <a:ext cx="7701148" cy="163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396119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19FF-DAD9-4AB4-9D83-993EE9FE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396" y="798085"/>
            <a:ext cx="9146972" cy="640080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rgbClr val="25265E"/>
                </a:solidFill>
              </a:rPr>
              <a:t>Insertion on a B+ Tree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40" name="Oval 39" descr="Small circle">
            <a:extLst>
              <a:ext uri="{FF2B5EF4-FFF2-40B4-BE49-F238E27FC236}">
                <a16:creationId xmlns:a16="http://schemas.microsoft.com/office/drawing/2014/main" id="{0C3A28BB-9675-8648-9563-A663628F48F5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530197" y="1503788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Content Placeholder 7">
            <a:extLst>
              <a:ext uri="{FF2B5EF4-FFF2-40B4-BE49-F238E27FC236}">
                <a16:creationId xmlns:a16="http://schemas.microsoft.com/office/drawing/2014/main" id="{A6D40621-9F60-B248-A84C-7DCBF898D4DB}"/>
              </a:ext>
            </a:extLst>
          </p:cNvPr>
          <p:cNvSpPr txBox="1">
            <a:spLocks/>
          </p:cNvSpPr>
          <p:nvPr/>
        </p:nvSpPr>
        <p:spPr>
          <a:xfrm>
            <a:off x="1007952" y="1509612"/>
            <a:ext cx="10158364" cy="2660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5.    Insert 45                                                                                                       </a:t>
            </a:r>
            <a:endParaRPr lang="en-US" dirty="0">
              <a:cs typeface="Segoe UI"/>
            </a:endParaRPr>
          </a:p>
          <a:p>
            <a:pPr marL="0" indent="0">
              <a:spcAft>
                <a:spcPts val="1200"/>
              </a:spcAft>
              <a:buNone/>
            </a:pPr>
            <a:endParaRPr lang="en-US" sz="1600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4FAFDF-875F-2273-7614-10BE1268EBBD}"/>
              </a:ext>
            </a:extLst>
          </p:cNvPr>
          <p:cNvSpPr txBox="1"/>
          <p:nvPr/>
        </p:nvSpPr>
        <p:spPr>
          <a:xfrm>
            <a:off x="7229606" y="2636729"/>
            <a:ext cx="407930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E3E597A-0F9E-A2DA-9AB9-628D35096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440" y="1511035"/>
            <a:ext cx="5724496" cy="507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05077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19FF-DAD9-4AB4-9D83-993EE9FE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>
            <a:normAutofit/>
          </a:bodyPr>
          <a:lstStyle/>
          <a:p>
            <a:r>
              <a:rPr lang="en-US" b="1" dirty="0">
                <a:latin typeface="Segoe UI Semibold"/>
                <a:cs typeface="Segoe UI Semibold"/>
              </a:rPr>
              <a:t>Deletion in B+ tree</a:t>
            </a:r>
            <a:endParaRPr lang="en-US" dirty="0">
              <a:latin typeface="Segoe UI Semibold"/>
              <a:cs typeface="Segoe UI Semibold"/>
            </a:endParaRPr>
          </a:p>
          <a:p>
            <a:endParaRPr lang="en-US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40" name="Oval 39" descr="Small circle">
            <a:extLst>
              <a:ext uri="{FF2B5EF4-FFF2-40B4-BE49-F238E27FC236}">
                <a16:creationId xmlns:a16="http://schemas.microsoft.com/office/drawing/2014/main" id="{0C3A28BB-9675-8648-9563-A663628F48F5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530197" y="1503788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Box 40" descr="Number 1">
            <a:extLst>
              <a:ext uri="{FF2B5EF4-FFF2-40B4-BE49-F238E27FC236}">
                <a16:creationId xmlns:a16="http://schemas.microsoft.com/office/drawing/2014/main" id="{516D502C-EEB8-7641-9141-D6049BAE3252}"/>
              </a:ext>
            </a:extLst>
          </p:cNvPr>
          <p:cNvSpPr txBox="1">
            <a:spLocks noChangeAspect="1"/>
          </p:cNvSpPr>
          <p:nvPr/>
        </p:nvSpPr>
        <p:spPr bwMode="blackWhite">
          <a:xfrm>
            <a:off x="457571" y="1520182"/>
            <a:ext cx="55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51" name="Content Placeholder 7">
            <a:extLst>
              <a:ext uri="{FF2B5EF4-FFF2-40B4-BE49-F238E27FC236}">
                <a16:creationId xmlns:a16="http://schemas.microsoft.com/office/drawing/2014/main" id="{A6D40621-9F60-B248-A84C-7DCBF898D4DB}"/>
              </a:ext>
            </a:extLst>
          </p:cNvPr>
          <p:cNvSpPr txBox="1">
            <a:spLocks/>
          </p:cNvSpPr>
          <p:nvPr/>
        </p:nvSpPr>
        <p:spPr>
          <a:xfrm>
            <a:off x="1007952" y="1509612"/>
            <a:ext cx="10158364" cy="2660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7965" indent="-227965">
              <a:buNone/>
            </a:pPr>
            <a:r>
              <a:rPr lang="en-US" sz="1600" b="1" dirty="0">
                <a:solidFill>
                  <a:srgbClr val="25265E"/>
                </a:solidFill>
              </a:rPr>
              <a:t>Case I</a:t>
            </a:r>
            <a:endParaRPr lang="en-US" sz="1600">
              <a:cs typeface="Segoe UI"/>
            </a:endParaRPr>
          </a:p>
          <a:p>
            <a:pPr marL="227965" indent="-227965">
              <a:buNone/>
            </a:pPr>
            <a:r>
              <a:rPr lang="en-US" sz="1600" dirty="0">
                <a:ea typeface="+mn-lt"/>
                <a:cs typeface="+mn-lt"/>
              </a:rPr>
              <a:t>The key to be deleted is present only at the leaf node not in the indexes (or internal nodes). There are two cases for it:</a:t>
            </a:r>
            <a:endParaRPr lang="en-US" sz="1600">
              <a:cs typeface="Segoe UI"/>
            </a:endParaRPr>
          </a:p>
          <a:p>
            <a:pPr marL="0" indent="0">
              <a:spcAft>
                <a:spcPts val="1200"/>
              </a:spcAft>
              <a:buNone/>
            </a:pPr>
            <a:endParaRPr lang="en-US" sz="1600" dirty="0">
              <a:solidFill>
                <a:schemeClr val="tx1"/>
              </a:solidFill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42122A-292D-4DBC-E5CD-5C9B73D00FFF}"/>
              </a:ext>
            </a:extLst>
          </p:cNvPr>
          <p:cNvSpPr txBox="1"/>
          <p:nvPr/>
        </p:nvSpPr>
        <p:spPr>
          <a:xfrm>
            <a:off x="1096027" y="2700924"/>
            <a:ext cx="4256239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7965" indent="-227965">
              <a:spcBef>
                <a:spcPts val="1000"/>
              </a:spcBef>
              <a:buFont typeface="Arial,Sans-Serif"/>
              <a:buChar char="•"/>
            </a:pPr>
            <a:r>
              <a:rPr lang="en-US" sz="1600" dirty="0">
                <a:solidFill>
                  <a:srgbClr val="404040"/>
                </a:solidFill>
                <a:cs typeface="Segoe UI"/>
              </a:rPr>
              <a:t>There is more than the minimum number of keys in the node. Simply delete the key.</a:t>
            </a:r>
          </a:p>
          <a:p>
            <a:pPr algn="l"/>
            <a:endParaRPr lang="en-US" dirty="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4FAFDF-875F-2273-7614-10BE1268EBBD}"/>
              </a:ext>
            </a:extLst>
          </p:cNvPr>
          <p:cNvSpPr txBox="1"/>
          <p:nvPr/>
        </p:nvSpPr>
        <p:spPr>
          <a:xfrm>
            <a:off x="7229606" y="2636729"/>
            <a:ext cx="407930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There is an exact minimum number of keys in the node. Delete the key and borrow a key from the immediate sibling. Add the median key of the sibling node to the parent.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2B3D103C-18F0-F1FB-569B-40B695EAB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663" y="3212404"/>
            <a:ext cx="3722319" cy="3502069"/>
          </a:xfrm>
          <a:prstGeom prst="rect">
            <a:avLst/>
          </a:prstGeom>
        </p:spPr>
      </p:pic>
      <p:pic>
        <p:nvPicPr>
          <p:cNvPr id="7" name="Picture 7" descr="A picture containing text, parking, iPod, electronics&#10;&#10;Description automatically generated">
            <a:extLst>
              <a:ext uri="{FF2B5EF4-FFF2-40B4-BE49-F238E27FC236}">
                <a16:creationId xmlns:a16="http://schemas.microsoft.com/office/drawing/2014/main" id="{456D0E28-BFD7-B868-195E-EA555C58F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865" y="3423746"/>
            <a:ext cx="2377858" cy="337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214363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19FF-DAD9-4AB4-9D83-993EE9FE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>
            <a:normAutofit/>
          </a:bodyPr>
          <a:lstStyle/>
          <a:p>
            <a:r>
              <a:rPr lang="en-US" b="1" dirty="0">
                <a:latin typeface="Segoe UI Semibold"/>
                <a:cs typeface="Segoe UI Semibold"/>
              </a:rPr>
              <a:t>Deletion in B+ tree</a:t>
            </a:r>
            <a:endParaRPr lang="en-US" dirty="0">
              <a:latin typeface="Segoe UI Semibold"/>
              <a:cs typeface="Segoe UI Semibold"/>
            </a:endParaRPr>
          </a:p>
          <a:p>
            <a:endParaRPr lang="en-US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40" name="Oval 39" descr="Small circle">
            <a:extLst>
              <a:ext uri="{FF2B5EF4-FFF2-40B4-BE49-F238E27FC236}">
                <a16:creationId xmlns:a16="http://schemas.microsoft.com/office/drawing/2014/main" id="{0C3A28BB-9675-8648-9563-A663628F48F5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530197" y="1503788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Box 40" descr="Number 1">
            <a:extLst>
              <a:ext uri="{FF2B5EF4-FFF2-40B4-BE49-F238E27FC236}">
                <a16:creationId xmlns:a16="http://schemas.microsoft.com/office/drawing/2014/main" id="{516D502C-EEB8-7641-9141-D6049BAE3252}"/>
              </a:ext>
            </a:extLst>
          </p:cNvPr>
          <p:cNvSpPr txBox="1">
            <a:spLocks noChangeAspect="1"/>
          </p:cNvSpPr>
          <p:nvPr/>
        </p:nvSpPr>
        <p:spPr bwMode="blackWhite">
          <a:xfrm>
            <a:off x="457571" y="1520182"/>
            <a:ext cx="55817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cs typeface="Segoe UI Semibold"/>
              </a:rPr>
              <a:t>2</a:t>
            </a:r>
          </a:p>
          <a:p>
            <a:pPr algn="ctr"/>
            <a:endParaRPr lang="en-US" dirty="0">
              <a:solidFill>
                <a:schemeClr val="bg1"/>
              </a:solidFill>
              <a:cs typeface="Segoe UI Semibold" panose="020B0702040204020203" pitchFamily="34" charset="0"/>
            </a:endParaRPr>
          </a:p>
        </p:txBody>
      </p:sp>
      <p:sp>
        <p:nvSpPr>
          <p:cNvPr id="51" name="Content Placeholder 7">
            <a:extLst>
              <a:ext uri="{FF2B5EF4-FFF2-40B4-BE49-F238E27FC236}">
                <a16:creationId xmlns:a16="http://schemas.microsoft.com/office/drawing/2014/main" id="{A6D40621-9F60-B248-A84C-7DCBF898D4DB}"/>
              </a:ext>
            </a:extLst>
          </p:cNvPr>
          <p:cNvSpPr txBox="1">
            <a:spLocks/>
          </p:cNvSpPr>
          <p:nvPr/>
        </p:nvSpPr>
        <p:spPr>
          <a:xfrm>
            <a:off x="1007952" y="1509612"/>
            <a:ext cx="10158364" cy="2660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7965" indent="-227965">
              <a:buNone/>
            </a:pPr>
            <a:r>
              <a:rPr lang="en-US" sz="1500" b="1" dirty="0">
                <a:solidFill>
                  <a:srgbClr val="25265E"/>
                </a:solidFill>
              </a:rPr>
              <a:t>Case II</a:t>
            </a:r>
            <a:endParaRPr lang="en-US" dirty="0">
              <a:cs typeface="Segoe UI"/>
            </a:endParaRPr>
          </a:p>
          <a:p>
            <a:pPr marL="227965" indent="-227965">
              <a:buNone/>
            </a:pPr>
            <a:r>
              <a:rPr lang="en-US" dirty="0">
                <a:ea typeface="+mn-lt"/>
                <a:cs typeface="+mn-lt"/>
              </a:rPr>
              <a:t>The key to be deleted is present in the internal nodes as well. </a:t>
            </a:r>
            <a:endParaRPr lang="en-US" dirty="0">
              <a:solidFill>
                <a:srgbClr val="404040"/>
              </a:solidFill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42122A-292D-4DBC-E5CD-5C9B73D00FFF}"/>
              </a:ext>
            </a:extLst>
          </p:cNvPr>
          <p:cNvSpPr txBox="1"/>
          <p:nvPr/>
        </p:nvSpPr>
        <p:spPr>
          <a:xfrm>
            <a:off x="730685" y="2700924"/>
            <a:ext cx="48825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4FAFDF-875F-2273-7614-10BE1268EBBD}"/>
              </a:ext>
            </a:extLst>
          </p:cNvPr>
          <p:cNvSpPr txBox="1"/>
          <p:nvPr/>
        </p:nvSpPr>
        <p:spPr>
          <a:xfrm>
            <a:off x="7229606" y="2636729"/>
            <a:ext cx="456991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</p:txBody>
      </p:sp>
      <p:pic>
        <p:nvPicPr>
          <p:cNvPr id="5" name="Picture 7" descr="Graphical user interface, diagram, application, Teams&#10;&#10;Description automatically generated">
            <a:extLst>
              <a:ext uri="{FF2B5EF4-FFF2-40B4-BE49-F238E27FC236}">
                <a16:creationId xmlns:a16="http://schemas.microsoft.com/office/drawing/2014/main" id="{0AA8B65D-B1A3-7D23-DD1D-843E172D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341" y="2446898"/>
            <a:ext cx="2815954" cy="4406926"/>
          </a:xfrm>
          <a:prstGeom prst="rect">
            <a:avLst/>
          </a:prstGeom>
        </p:spPr>
      </p:pic>
      <p:pic>
        <p:nvPicPr>
          <p:cNvPr id="8" name="Picture 8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0F930CCB-A8F9-B644-6BD5-04B7A80A8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713" y="2451309"/>
            <a:ext cx="2531402" cy="435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91138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19FF-DAD9-4AB4-9D83-993EE9FE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>
            <a:normAutofit/>
          </a:bodyPr>
          <a:lstStyle/>
          <a:p>
            <a:r>
              <a:rPr lang="en-US" b="1" dirty="0">
                <a:latin typeface="Segoe UI Semibold"/>
                <a:cs typeface="Segoe UI Semibold"/>
              </a:rPr>
              <a:t>Deletion in B+ tree</a:t>
            </a:r>
            <a:endParaRPr lang="en-US" dirty="0">
              <a:latin typeface="Segoe UI Semibold"/>
              <a:cs typeface="Segoe UI Semibold"/>
            </a:endParaRPr>
          </a:p>
          <a:p>
            <a:endParaRPr lang="en-US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40" name="Oval 39" descr="Small circle">
            <a:extLst>
              <a:ext uri="{FF2B5EF4-FFF2-40B4-BE49-F238E27FC236}">
                <a16:creationId xmlns:a16="http://schemas.microsoft.com/office/drawing/2014/main" id="{0C3A28BB-9675-8648-9563-A663628F48F5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530197" y="1503788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Box 40" descr="Number 1">
            <a:extLst>
              <a:ext uri="{FF2B5EF4-FFF2-40B4-BE49-F238E27FC236}">
                <a16:creationId xmlns:a16="http://schemas.microsoft.com/office/drawing/2014/main" id="{516D502C-EEB8-7641-9141-D6049BAE3252}"/>
              </a:ext>
            </a:extLst>
          </p:cNvPr>
          <p:cNvSpPr txBox="1">
            <a:spLocks noChangeAspect="1"/>
          </p:cNvSpPr>
          <p:nvPr/>
        </p:nvSpPr>
        <p:spPr bwMode="blackWhite">
          <a:xfrm>
            <a:off x="457571" y="1520182"/>
            <a:ext cx="55817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cs typeface="Segoe UI Semibold"/>
              </a:rPr>
              <a:t>2</a:t>
            </a:r>
          </a:p>
          <a:p>
            <a:pPr algn="ctr"/>
            <a:endParaRPr lang="en-US" dirty="0">
              <a:solidFill>
                <a:schemeClr val="bg1"/>
              </a:solidFill>
              <a:cs typeface="Segoe UI Semibold" panose="020B0702040204020203" pitchFamily="34" charset="0"/>
            </a:endParaRPr>
          </a:p>
        </p:txBody>
      </p:sp>
      <p:sp>
        <p:nvSpPr>
          <p:cNvPr id="51" name="Content Placeholder 7">
            <a:extLst>
              <a:ext uri="{FF2B5EF4-FFF2-40B4-BE49-F238E27FC236}">
                <a16:creationId xmlns:a16="http://schemas.microsoft.com/office/drawing/2014/main" id="{A6D40621-9F60-B248-A84C-7DCBF898D4DB}"/>
              </a:ext>
            </a:extLst>
          </p:cNvPr>
          <p:cNvSpPr txBox="1">
            <a:spLocks/>
          </p:cNvSpPr>
          <p:nvPr/>
        </p:nvSpPr>
        <p:spPr>
          <a:xfrm>
            <a:off x="1007952" y="1509612"/>
            <a:ext cx="10158364" cy="2660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7965" indent="-227965">
              <a:buNone/>
            </a:pPr>
            <a:r>
              <a:rPr lang="en-US" sz="1500" b="1" dirty="0">
                <a:solidFill>
                  <a:srgbClr val="25265E"/>
                </a:solidFill>
              </a:rPr>
              <a:t>Case II</a:t>
            </a:r>
            <a:endParaRPr lang="en-US" dirty="0">
              <a:cs typeface="Segoe UI"/>
            </a:endParaRPr>
          </a:p>
          <a:p>
            <a:pPr marL="227965" indent="-227965">
              <a:buNone/>
            </a:pPr>
            <a:endParaRPr lang="en-US" dirty="0">
              <a:cs typeface="Segoe UI"/>
            </a:endParaRPr>
          </a:p>
          <a:p>
            <a:pPr marL="227965" indent="-227965">
              <a:buNone/>
            </a:pPr>
            <a:endParaRPr lang="en-US" sz="1600" b="1" dirty="0">
              <a:solidFill>
                <a:srgbClr val="25265E"/>
              </a:solidFill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42122A-292D-4DBC-E5CD-5C9B73D00FFF}"/>
              </a:ext>
            </a:extLst>
          </p:cNvPr>
          <p:cNvSpPr txBox="1"/>
          <p:nvPr/>
        </p:nvSpPr>
        <p:spPr>
          <a:xfrm>
            <a:off x="741417" y="2056980"/>
            <a:ext cx="647798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7965" indent="-227965">
              <a:spcBef>
                <a:spcPts val="1000"/>
              </a:spcBef>
              <a:buFont typeface="Arial,Sans-Serif"/>
              <a:buChar char="•"/>
            </a:pPr>
            <a:r>
              <a:rPr lang="en-US" sz="1400" dirty="0">
                <a:ea typeface="+mn-lt"/>
                <a:cs typeface="+mn-lt"/>
              </a:rPr>
              <a:t>This case is similar to Case II(1) but here, empty space is generated above the immediate parent node.</a:t>
            </a:r>
            <a:br>
              <a:rPr lang="en-US" sz="1400" dirty="0">
                <a:ea typeface="+mn-lt"/>
                <a:cs typeface="+mn-lt"/>
              </a:rPr>
            </a:br>
            <a:r>
              <a:rPr lang="en-US" sz="1400" dirty="0">
                <a:ea typeface="+mn-lt"/>
                <a:cs typeface="+mn-lt"/>
              </a:rPr>
              <a:t>After deleting the key, merge the empty space with its sibling.</a:t>
            </a:r>
            <a:br>
              <a:rPr lang="en-US" sz="1400" dirty="0">
                <a:ea typeface="+mn-lt"/>
                <a:cs typeface="+mn-lt"/>
              </a:rPr>
            </a:br>
            <a:r>
              <a:rPr lang="en-US" sz="1400" dirty="0">
                <a:ea typeface="+mn-lt"/>
                <a:cs typeface="+mn-lt"/>
              </a:rPr>
              <a:t>Fill the empty space in the grandparent node with the </a:t>
            </a:r>
            <a:r>
              <a:rPr lang="en-US" sz="1400" dirty="0" err="1">
                <a:ea typeface="+mn-lt"/>
                <a:cs typeface="+mn-lt"/>
              </a:rPr>
              <a:t>inorder</a:t>
            </a:r>
            <a:r>
              <a:rPr lang="en-US" sz="1400" dirty="0">
                <a:ea typeface="+mn-lt"/>
                <a:cs typeface="+mn-lt"/>
              </a:rPr>
              <a:t> successor.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4FAFDF-875F-2273-7614-10BE1268EBBD}"/>
              </a:ext>
            </a:extLst>
          </p:cNvPr>
          <p:cNvSpPr txBox="1"/>
          <p:nvPr/>
        </p:nvSpPr>
        <p:spPr>
          <a:xfrm>
            <a:off x="7229606" y="2636729"/>
            <a:ext cx="456991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</p:txBody>
      </p:sp>
      <p:pic>
        <p:nvPicPr>
          <p:cNvPr id="6" name="Picture 6" descr="A picture containing text, iPod, bunch, several&#10;&#10;Description automatically generated">
            <a:extLst>
              <a:ext uri="{FF2B5EF4-FFF2-40B4-BE49-F238E27FC236}">
                <a16:creationId xmlns:a16="http://schemas.microsoft.com/office/drawing/2014/main" id="{8D925250-FCBD-1634-8652-BC8297352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5005" y="1056538"/>
            <a:ext cx="2423880" cy="580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79926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19FF-DAD9-4AB4-9D83-993EE9FE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>
            <a:normAutofit/>
          </a:bodyPr>
          <a:lstStyle/>
          <a:p>
            <a:r>
              <a:rPr lang="en-US" b="1" dirty="0">
                <a:latin typeface="Segoe UI Semibold"/>
                <a:cs typeface="Segoe UI Semibold"/>
              </a:rPr>
              <a:t>Deletion in B+ tree</a:t>
            </a:r>
            <a:endParaRPr lang="en-US" dirty="0">
              <a:latin typeface="Segoe UI Semibold"/>
              <a:cs typeface="Segoe UI Semibold"/>
            </a:endParaRPr>
          </a:p>
          <a:p>
            <a:endParaRPr lang="en-US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40" name="Oval 39" descr="Small circle">
            <a:extLst>
              <a:ext uri="{FF2B5EF4-FFF2-40B4-BE49-F238E27FC236}">
                <a16:creationId xmlns:a16="http://schemas.microsoft.com/office/drawing/2014/main" id="{0C3A28BB-9675-8648-9563-A663628F48F5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530197" y="1503788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Box 40" descr="Number 1">
            <a:extLst>
              <a:ext uri="{FF2B5EF4-FFF2-40B4-BE49-F238E27FC236}">
                <a16:creationId xmlns:a16="http://schemas.microsoft.com/office/drawing/2014/main" id="{516D502C-EEB8-7641-9141-D6049BAE3252}"/>
              </a:ext>
            </a:extLst>
          </p:cNvPr>
          <p:cNvSpPr txBox="1">
            <a:spLocks noChangeAspect="1"/>
          </p:cNvSpPr>
          <p:nvPr/>
        </p:nvSpPr>
        <p:spPr bwMode="blackWhite">
          <a:xfrm>
            <a:off x="457571" y="1520182"/>
            <a:ext cx="55817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cs typeface="Segoe UI Semibold"/>
              </a:rPr>
              <a:t>3</a:t>
            </a:r>
          </a:p>
          <a:p>
            <a:pPr algn="ctr"/>
            <a:endParaRPr lang="en-US" dirty="0">
              <a:solidFill>
                <a:schemeClr val="bg1"/>
              </a:solidFill>
              <a:cs typeface="Segoe UI Semibold"/>
            </a:endParaRPr>
          </a:p>
        </p:txBody>
      </p:sp>
      <p:sp>
        <p:nvSpPr>
          <p:cNvPr id="51" name="Content Placeholder 7">
            <a:extLst>
              <a:ext uri="{FF2B5EF4-FFF2-40B4-BE49-F238E27FC236}">
                <a16:creationId xmlns:a16="http://schemas.microsoft.com/office/drawing/2014/main" id="{A6D40621-9F60-B248-A84C-7DCBF898D4DB}"/>
              </a:ext>
            </a:extLst>
          </p:cNvPr>
          <p:cNvSpPr txBox="1">
            <a:spLocks/>
          </p:cNvSpPr>
          <p:nvPr/>
        </p:nvSpPr>
        <p:spPr>
          <a:xfrm>
            <a:off x="1017848" y="1509612"/>
            <a:ext cx="5259793" cy="2660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7965" indent="-227965">
              <a:buNone/>
            </a:pPr>
            <a:r>
              <a:rPr lang="en-US" sz="1500" b="1" dirty="0">
                <a:solidFill>
                  <a:srgbClr val="25265E"/>
                </a:solidFill>
              </a:rPr>
              <a:t>Case III</a:t>
            </a:r>
            <a:endParaRPr lang="en-US" dirty="0">
              <a:cs typeface="Segoe UI"/>
            </a:endParaRPr>
          </a:p>
          <a:p>
            <a:pPr marL="227965" indent="-227965">
              <a:buNone/>
            </a:pPr>
            <a:r>
              <a:rPr lang="en-US" dirty="0">
                <a:ea typeface="+mn-lt"/>
                <a:cs typeface="+mn-lt"/>
              </a:rPr>
              <a:t>In this case, the height of the tree gets </a:t>
            </a:r>
            <a:r>
              <a:rPr lang="en-US" err="1">
                <a:ea typeface="+mn-lt"/>
                <a:cs typeface="+mn-lt"/>
              </a:rPr>
              <a:t>shrinked</a:t>
            </a:r>
            <a:r>
              <a:rPr lang="en-US" dirty="0">
                <a:ea typeface="+mn-lt"/>
                <a:cs typeface="+mn-lt"/>
              </a:rPr>
              <a:t>. </a:t>
            </a:r>
          </a:p>
          <a:p>
            <a:pPr marL="227965" indent="-227965">
              <a:buNone/>
            </a:pPr>
            <a:r>
              <a:rPr lang="en-US" dirty="0">
                <a:ea typeface="+mn-lt"/>
                <a:cs typeface="+mn-lt"/>
              </a:rPr>
              <a:t>It is a little complicated. Deleting 55 from the tree below leads to this condition. </a:t>
            </a:r>
            <a:endParaRPr lang="en-US" dirty="0">
              <a:cs typeface="Segoe UI"/>
            </a:endParaRPr>
          </a:p>
          <a:p>
            <a:pPr marL="227965" indent="-227965">
              <a:buNone/>
            </a:pPr>
            <a:endParaRPr lang="en-US" sz="1500" b="1" dirty="0">
              <a:solidFill>
                <a:srgbClr val="25265E"/>
              </a:solidFill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42122A-292D-4DBC-E5CD-5C9B73D00FFF}"/>
              </a:ext>
            </a:extLst>
          </p:cNvPr>
          <p:cNvSpPr txBox="1"/>
          <p:nvPr/>
        </p:nvSpPr>
        <p:spPr>
          <a:xfrm>
            <a:off x="730685" y="2700924"/>
            <a:ext cx="996601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000"/>
              </a:spcBef>
            </a:pPr>
            <a:endParaRPr lang="en-US" sz="1400" dirty="0"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4FAFDF-875F-2273-7614-10BE1268EBBD}"/>
              </a:ext>
            </a:extLst>
          </p:cNvPr>
          <p:cNvSpPr txBox="1"/>
          <p:nvPr/>
        </p:nvSpPr>
        <p:spPr>
          <a:xfrm>
            <a:off x="7229606" y="2636729"/>
            <a:ext cx="456991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</p:txBody>
      </p:sp>
      <p:pic>
        <p:nvPicPr>
          <p:cNvPr id="5" name="Picture 6" descr="Diagram, application, Teams&#10;&#10;Description automatically generated">
            <a:extLst>
              <a:ext uri="{FF2B5EF4-FFF2-40B4-BE49-F238E27FC236}">
                <a16:creationId xmlns:a16="http://schemas.microsoft.com/office/drawing/2014/main" id="{657625DA-359E-7BAD-FFC8-B262EA822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518" y="1114862"/>
            <a:ext cx="2163789" cy="581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968417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279" y="520994"/>
            <a:ext cx="9146972" cy="64008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5265E"/>
                </a:solidFill>
              </a:rPr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52116" y="1509612"/>
            <a:ext cx="9411829" cy="397764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/>
            <a:endParaRPr lang="en-US" sz="1800" dirty="0">
              <a:solidFill>
                <a:schemeClr val="tx1"/>
              </a:solidFill>
              <a:ea typeface="+mn-lt"/>
              <a:cs typeface="+mn-lt"/>
            </a:endParaRPr>
          </a:p>
          <a:p>
            <a:pPr marL="227965" indent="-227965"/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"The Ubiquitous B-Tree" by Douglas Comer (1979)</a:t>
            </a:r>
          </a:p>
          <a:p>
            <a:pPr marL="227965" indent="-227965"/>
            <a:endParaRPr lang="en-US" sz="1800" dirty="0">
              <a:solidFill>
                <a:schemeClr val="tx1"/>
              </a:solidFill>
              <a:ea typeface="+mn-lt"/>
              <a:cs typeface="+mn-lt"/>
            </a:endParaRPr>
          </a:p>
          <a:p>
            <a:pPr marL="227965" indent="-227965"/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"B-trees, Shadowing, and Clones" by Goetz Graefe (2009)</a:t>
            </a:r>
            <a:endParaRPr lang="en-US" sz="1800" dirty="0">
              <a:solidFill>
                <a:schemeClr val="tx1"/>
              </a:solidFill>
              <a:cs typeface="Segoe UI"/>
            </a:endParaRPr>
          </a:p>
          <a:p>
            <a:pPr marL="227965" indent="-227965"/>
            <a:endParaRPr lang="en-US" sz="1800" dirty="0">
              <a:solidFill>
                <a:schemeClr val="tx1"/>
              </a:solidFill>
              <a:ea typeface="+mn-lt"/>
              <a:cs typeface="+mn-lt"/>
            </a:endParaRPr>
          </a:p>
          <a:p>
            <a:pPr marL="227965" indent="-227965"/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"Efficient Locking for Concurrent Operations on B-Trees" by Philip L. Lehman and S. Bing Yao (1981)</a:t>
            </a:r>
            <a:endParaRPr lang="en-US" dirty="0">
              <a:solidFill>
                <a:schemeClr val="tx1"/>
              </a:solidFill>
              <a:cs typeface="Segoe UI"/>
            </a:endParaRPr>
          </a:p>
          <a:p>
            <a:pPr marL="285750" indent="-285750"/>
            <a:endParaRPr lang="en-US" sz="1800" dirty="0">
              <a:cs typeface="Segoe UI"/>
            </a:endParaRPr>
          </a:p>
          <a:p>
            <a:pPr marL="227965" indent="-227965"/>
            <a:endParaRPr lang="en-US" sz="18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84530372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7B0A113-12B5-B844-FC15-544BCB4F87E2}"/>
              </a:ext>
            </a:extLst>
          </p:cNvPr>
          <p:cNvSpPr txBox="1"/>
          <p:nvPr/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defTabSz="91439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latin typeface="+mj-lt"/>
                <a:ea typeface="+mj-ea"/>
                <a:cs typeface="+mj-cs"/>
              </a:rPr>
              <a:t>THANK YOU!!!</a:t>
            </a:r>
          </a:p>
        </p:txBody>
      </p:sp>
      <p:graphicFrame>
        <p:nvGraphicFramePr>
          <p:cNvPr id="8" name="TextBox 1">
            <a:extLst>
              <a:ext uri="{FF2B5EF4-FFF2-40B4-BE49-F238E27FC236}">
                <a16:creationId xmlns:a16="http://schemas.microsoft.com/office/drawing/2014/main" id="{E536FEE9-2353-6A6A-F18A-1C6F4880DC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1392695"/>
              </p:ext>
            </p:extLst>
          </p:nvPr>
        </p:nvGraphicFramePr>
        <p:xfrm>
          <a:off x="5183189" y="987426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6124927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Dyslexia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D24726"/>
      </a:accent2>
      <a:accent3>
        <a:srgbClr val="9B5AC8"/>
      </a:accent3>
      <a:accent4>
        <a:srgbClr val="F0A11F"/>
      </a:accent4>
      <a:accent5>
        <a:srgbClr val="CB5BA3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d map for Dyslexia_Win32_ss_v3.potx" id="{52B68AD9-87CD-4104-BE88-D09E115B5193}" vid="{32DE419F-2C9E-491B-9DE2-9CB15F0BBAC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1A6209-623F-4A40-A043-EF97F4DE517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78DEAE-E0CA-42BB-BA2E-F6A39AAEB4B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8CC2A95-AB18-4E2B-BAAB-ED507F826E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Mind map</Template>
  <TotalTime>0</TotalTime>
  <Words>199</Words>
  <Application>Microsoft Office PowerPoint</Application>
  <PresentationFormat>Widescreen</PresentationFormat>
  <Paragraphs>78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Table Of Contents</vt:lpstr>
      <vt:lpstr>Data Structures Used  </vt:lpstr>
      <vt:lpstr>Benefits and Advantages :  </vt:lpstr>
      <vt:lpstr>Introduction to B+ Tree  </vt:lpstr>
      <vt:lpstr>Introduction to B+ Tree  </vt:lpstr>
      <vt:lpstr>   Searching on B+ Tree  </vt:lpstr>
      <vt:lpstr>Insertion on a B+ Tree  </vt:lpstr>
      <vt:lpstr>Insertion on a B+ Tree  </vt:lpstr>
      <vt:lpstr>Insertion on a B+ Tree  </vt:lpstr>
      <vt:lpstr>Deletion in B+ tree </vt:lpstr>
      <vt:lpstr>Deletion in B+ tree </vt:lpstr>
      <vt:lpstr>Deletion in B+ tree </vt:lpstr>
      <vt:lpstr>Deletion in B+ tree 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 Maps</dc:title>
  <dc:creator/>
  <cp:lastModifiedBy/>
  <cp:revision>463</cp:revision>
  <dcterms:created xsi:type="dcterms:W3CDTF">2023-05-28T03:48:20Z</dcterms:created>
  <dcterms:modified xsi:type="dcterms:W3CDTF">2023-05-29T03:31:41Z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